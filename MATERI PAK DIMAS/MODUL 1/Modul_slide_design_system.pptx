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image" Target="../media/image-1-6.png"/><Relationship Id="rId7" Type="http://schemas.openxmlformats.org/officeDocument/2006/relationships/image" Target="../media/image-1-7.svg"/><Relationship Id="rId8" Type="http://schemas.openxmlformats.org/officeDocument/2006/relationships/image" Target="../media/image-1-8.png"/><Relationship Id="rId9" Type="http://schemas.openxmlformats.org/officeDocument/2006/relationships/image" Target="../media/image-1-9.svg"/><Relationship Id="rId10" Type="http://schemas.openxmlformats.org/officeDocument/2006/relationships/image" Target="../media/image-1-10.png"/><Relationship Id="rId11" Type="http://schemas.openxmlformats.org/officeDocument/2006/relationships/image" Target="../media/image-1-11.svg"/><Relationship Id="rId12" Type="http://schemas.openxmlformats.org/officeDocument/2006/relationships/image" Target="../media/image-1-12.png"/><Relationship Id="rId13" Type="http://schemas.openxmlformats.org/officeDocument/2006/relationships/image" Target="../media/image-1-13.svg"/><Relationship Id="rId14" Type="http://schemas.openxmlformats.org/officeDocument/2006/relationships/image" Target="../media/image-1-14.png"/><Relationship Id="rId15" Type="http://schemas.openxmlformats.org/officeDocument/2006/relationships/image" Target="../media/image-1-15.svg"/><Relationship Id="rId16" Type="http://schemas.openxmlformats.org/officeDocument/2006/relationships/image" Target="../media/image-1-16.png"/><Relationship Id="rId17" Type="http://schemas.openxmlformats.org/officeDocument/2006/relationships/image" Target="../media/image-1-17.svg"/><Relationship Id="rId18" Type="http://schemas.openxmlformats.org/officeDocument/2006/relationships/image" Target="../media/image-1-18.png"/><Relationship Id="rId19" Type="http://schemas.openxmlformats.org/officeDocument/2006/relationships/image" Target="../media/image-1-19.svg"/><Relationship Id="rId20" Type="http://schemas.openxmlformats.org/officeDocument/2006/relationships/image" Target="../media/image-1-20.png"/><Relationship Id="rId21" Type="http://schemas.openxmlformats.org/officeDocument/2006/relationships/image" Target="../media/image-1-21.svg"/><Relationship Id="rId22" Type="http://schemas.openxmlformats.org/officeDocument/2006/relationships/image" Target="../media/image-1-22.png"/><Relationship Id="rId23" Type="http://schemas.openxmlformats.org/officeDocument/2006/relationships/image" Target="../media/image-1-23.svg"/><Relationship Id="rId24" Type="http://schemas.openxmlformats.org/officeDocument/2006/relationships/image" Target="../media/image-1-24.png"/><Relationship Id="rId25" Type="http://schemas.openxmlformats.org/officeDocument/2006/relationships/image" Target="../media/image-1-25.svg"/><Relationship Id="rId26" Type="http://schemas.openxmlformats.org/officeDocument/2006/relationships/image" Target="../media/image-1-26.png"/><Relationship Id="rId27" Type="http://schemas.openxmlformats.org/officeDocument/2006/relationships/image" Target="../media/image-1-27.svg"/><Relationship Id="rId28" Type="http://schemas.openxmlformats.org/officeDocument/2006/relationships/image" Target="../media/image-1-28.png"/><Relationship Id="rId29" Type="http://schemas.openxmlformats.org/officeDocument/2006/relationships/image" Target="../media/image-1-29.svg"/><Relationship Id="rId30" Type="http://schemas.openxmlformats.org/officeDocument/2006/relationships/image" Target="../media/image-1-30.png"/><Relationship Id="rId31" Type="http://schemas.openxmlformats.org/officeDocument/2006/relationships/image" Target="../media/image-1-31.svg"/><Relationship Id="rId32" Type="http://schemas.openxmlformats.org/officeDocument/2006/relationships/image" Target="../media/image-1-32.png"/><Relationship Id="rId33" Type="http://schemas.openxmlformats.org/officeDocument/2006/relationships/image" Target="../media/image-1-33.svg"/><Relationship Id="rId34" Type="http://schemas.openxmlformats.org/officeDocument/2006/relationships/image" Target="../media/image-1-34.png"/><Relationship Id="rId35" Type="http://schemas.openxmlformats.org/officeDocument/2006/relationships/image" Target="../media/image-1-35.svg"/><Relationship Id="rId36" Type="http://schemas.openxmlformats.org/officeDocument/2006/relationships/image" Target="../media/image-1-36.png"/><Relationship Id="rId37" Type="http://schemas.openxmlformats.org/officeDocument/2006/relationships/image" Target="../media/image-1-37.svg"/><Relationship Id="rId38" Type="http://schemas.openxmlformats.org/officeDocument/2006/relationships/image" Target="../media/image-1-38.png"/><Relationship Id="rId39" Type="http://schemas.openxmlformats.org/officeDocument/2006/relationships/image" Target="../media/image-1-39.svg"/><Relationship Id="rId40" Type="http://schemas.openxmlformats.org/officeDocument/2006/relationships/image" Target="../media/image-1-40.png"/><Relationship Id="rId41" Type="http://schemas.openxmlformats.org/officeDocument/2006/relationships/image" Target="../media/image-1-41.svg"/><Relationship Id="rId42" Type="http://schemas.openxmlformats.org/officeDocument/2006/relationships/image" Target="../media/image-1-42.png"/><Relationship Id="rId43" Type="http://schemas.openxmlformats.org/officeDocument/2006/relationships/image" Target="../media/image-1-43.svg"/><Relationship Id="rId44" Type="http://schemas.openxmlformats.org/officeDocument/2006/relationships/image" Target="../media/image-1-44.png"/><Relationship Id="rId45" Type="http://schemas.openxmlformats.org/officeDocument/2006/relationships/image" Target="../media/image-1-45.svg"/><Relationship Id="rId46" Type="http://schemas.openxmlformats.org/officeDocument/2006/relationships/image" Target="../media/image-1-46.png"/><Relationship Id="rId47" Type="http://schemas.openxmlformats.org/officeDocument/2006/relationships/image" Target="../media/image-1-47.svg"/><Relationship Id="rId48" Type="http://schemas.openxmlformats.org/officeDocument/2006/relationships/image" Target="../media/image-1-48.png"/><Relationship Id="rId49" Type="http://schemas.openxmlformats.org/officeDocument/2006/relationships/image" Target="../media/image-1-49.svg"/><Relationship Id="rId50" Type="http://schemas.openxmlformats.org/officeDocument/2006/relationships/image" Target="../media/image-1-50.png"/><Relationship Id="rId51" Type="http://schemas.openxmlformats.org/officeDocument/2006/relationships/image" Target="../media/image-1-51.svg"/><Relationship Id="rId52" Type="http://schemas.openxmlformats.org/officeDocument/2006/relationships/image" Target="../media/image-1-52.png"/><Relationship Id="rId53" Type="http://schemas.openxmlformats.org/officeDocument/2006/relationships/image" Target="../media/image-1-53.svg"/><Relationship Id="rId54" Type="http://schemas.openxmlformats.org/officeDocument/2006/relationships/image" Target="../media/image-1-54.png"/><Relationship Id="rId55" Type="http://schemas.openxmlformats.org/officeDocument/2006/relationships/image" Target="../media/image-1-55.svg"/><Relationship Id="rId56" Type="http://schemas.openxmlformats.org/officeDocument/2006/relationships/image" Target="../media/image-1-56.png"/><Relationship Id="rId57" Type="http://schemas.openxmlformats.org/officeDocument/2006/relationships/image" Target="../media/image-1-57.svg"/><Relationship Id="rId58" Type="http://schemas.openxmlformats.org/officeDocument/2006/relationships/image" Target="../media/image-1-58.png"/><Relationship Id="rId59" Type="http://schemas.openxmlformats.org/officeDocument/2006/relationships/image" Target="../media/image-1-59.svg"/><Relationship Id="rId60" Type="http://schemas.openxmlformats.org/officeDocument/2006/relationships/image" Target="../media/image-1-60.png"/><Relationship Id="rId61" Type="http://schemas.openxmlformats.org/officeDocument/2006/relationships/image" Target="../media/image-1-61.svg"/><Relationship Id="rId62" Type="http://schemas.openxmlformats.org/officeDocument/2006/relationships/image" Target="../media/image-1-62.png"/><Relationship Id="rId63" Type="http://schemas.openxmlformats.org/officeDocument/2006/relationships/image" Target="../media/image-1-63.svg"/><Relationship Id="rId64" Type="http://schemas.openxmlformats.org/officeDocument/2006/relationships/image" Target="../media/image-1-64.png"/><Relationship Id="rId65" Type="http://schemas.openxmlformats.org/officeDocument/2006/relationships/image" Target="../media/image-1-65.svg"/><Relationship Id="rId66" Type="http://schemas.openxmlformats.org/officeDocument/2006/relationships/image" Target="../media/image-1-66.png"/><Relationship Id="rId67" Type="http://schemas.openxmlformats.org/officeDocument/2006/relationships/image" Target="../media/image-1-67.svg"/><Relationship Id="rId68" Type="http://schemas.openxmlformats.org/officeDocument/2006/relationships/image" Target="../media/image-1-68.png"/><Relationship Id="rId69" Type="http://schemas.openxmlformats.org/officeDocument/2006/relationships/image" Target="../media/image-1-69.svg"/><Relationship Id="rId70" Type="http://schemas.openxmlformats.org/officeDocument/2006/relationships/image" Target="../media/image-1-70.png"/><Relationship Id="rId71" Type="http://schemas.openxmlformats.org/officeDocument/2006/relationships/image" Target="../media/image-1-71.svg"/><Relationship Id="rId72" Type="http://schemas.openxmlformats.org/officeDocument/2006/relationships/image" Target="../media/image-1-72.png"/><Relationship Id="rId73" Type="http://schemas.openxmlformats.org/officeDocument/2006/relationships/image" Target="../media/image-1-73.svg"/><Relationship Id="rId74" Type="http://schemas.openxmlformats.org/officeDocument/2006/relationships/image" Target="../media/image-1-74.png"/><Relationship Id="rId75" Type="http://schemas.openxmlformats.org/officeDocument/2006/relationships/image" Target="../media/image-1-75.svg"/><Relationship Id="rId76" Type="http://schemas.openxmlformats.org/officeDocument/2006/relationships/image" Target="../media/image-1-76.png"/><Relationship Id="rId77" Type="http://schemas.openxmlformats.org/officeDocument/2006/relationships/image" Target="../media/image-1-77.svg"/><Relationship Id="rId78" Type="http://schemas.openxmlformats.org/officeDocument/2006/relationships/image" Target="../media/image-1-78.png"/><Relationship Id="rId79" Type="http://schemas.openxmlformats.org/officeDocument/2006/relationships/image" Target="../media/image-1-79.svg"/><Relationship Id="rId80" Type="http://schemas.openxmlformats.org/officeDocument/2006/relationships/image" Target="../media/image-1-80.png"/><Relationship Id="rId81" Type="http://schemas.openxmlformats.org/officeDocument/2006/relationships/image" Target="../media/image-1-81.svg"/><Relationship Id="rId82" Type="http://schemas.openxmlformats.org/officeDocument/2006/relationships/image" Target="../media/image-1-82.png"/><Relationship Id="rId83" Type="http://schemas.openxmlformats.org/officeDocument/2006/relationships/image" Target="../media/image-1-83.svg"/><Relationship Id="rId84" Type="http://schemas.openxmlformats.org/officeDocument/2006/relationships/image" Target="../media/image-1-84.png"/><Relationship Id="rId85" Type="http://schemas.openxmlformats.org/officeDocument/2006/relationships/image" Target="../media/image-1-85.svg"/><Relationship Id="rId86" Type="http://schemas.openxmlformats.org/officeDocument/2006/relationships/image" Target="../media/image-1-86.png"/><Relationship Id="rId87" Type="http://schemas.openxmlformats.org/officeDocument/2006/relationships/image" Target="../media/image-1-87.svg"/><Relationship Id="rId88" Type="http://schemas.openxmlformats.org/officeDocument/2006/relationships/image" Target="../media/image-1-88.png"/><Relationship Id="rId89" Type="http://schemas.openxmlformats.org/officeDocument/2006/relationships/image" Target="../media/image-1-89.svg"/><Relationship Id="rId90" Type="http://schemas.openxmlformats.org/officeDocument/2006/relationships/image" Target="../media/image-1-90.png"/><Relationship Id="rId91" Type="http://schemas.openxmlformats.org/officeDocument/2006/relationships/image" Target="../media/image-1-91.svg"/><Relationship Id="rId92" Type="http://schemas.openxmlformats.org/officeDocument/2006/relationships/image" Target="../media/image-1-92.png"/><Relationship Id="rId93" Type="http://schemas.openxmlformats.org/officeDocument/2006/relationships/image" Target="../media/image-1-93.svg"/><Relationship Id="rId94" Type="http://schemas.openxmlformats.org/officeDocument/2006/relationships/image" Target="../media/image-1-94.png"/><Relationship Id="rId95" Type="http://schemas.openxmlformats.org/officeDocument/2006/relationships/image" Target="../media/image-1-95.svg"/><Relationship Id="rId96" Type="http://schemas.openxmlformats.org/officeDocument/2006/relationships/image" Target="../media/image-1-96.png"/><Relationship Id="rId97" Type="http://schemas.openxmlformats.org/officeDocument/2006/relationships/image" Target="../media/image-1-97.svg"/><Relationship Id="rId98" Type="http://schemas.openxmlformats.org/officeDocument/2006/relationships/image" Target="../media/image-1-98.png"/><Relationship Id="rId99" Type="http://schemas.openxmlformats.org/officeDocument/2006/relationships/image" Target="../media/image-1-99.svg"/><Relationship Id="rId100" Type="http://schemas.openxmlformats.org/officeDocument/2006/relationships/image" Target="../media/image-1-100.png"/><Relationship Id="rId101" Type="http://schemas.openxmlformats.org/officeDocument/2006/relationships/image" Target="../media/image-1-101.svg"/><Relationship Id="rId102" Type="http://schemas.openxmlformats.org/officeDocument/2006/relationships/image" Target="../media/image-1-102.png"/><Relationship Id="rId103" Type="http://schemas.openxmlformats.org/officeDocument/2006/relationships/image" Target="../media/image-1-103.svg"/><Relationship Id="rId104" Type="http://schemas.openxmlformats.org/officeDocument/2006/relationships/image" Target="../media/image-1-104.png"/><Relationship Id="rId105" Type="http://schemas.openxmlformats.org/officeDocument/2006/relationships/image" Target="../media/image-1-105.svg"/><Relationship Id="rId106" Type="http://schemas.openxmlformats.org/officeDocument/2006/relationships/image" Target="../media/image-1-106.png"/><Relationship Id="rId107" Type="http://schemas.openxmlformats.org/officeDocument/2006/relationships/image" Target="../media/image-1-107.svg"/><Relationship Id="rId108" Type="http://schemas.openxmlformats.org/officeDocument/2006/relationships/image" Target="../media/image-1-108.png"/><Relationship Id="rId109" Type="http://schemas.openxmlformats.org/officeDocument/2006/relationships/image" Target="../media/image-1-109.svg"/><Relationship Id="rId110" Type="http://schemas.openxmlformats.org/officeDocument/2006/relationships/image" Target="../media/image-1-110.png"/><Relationship Id="rId111" Type="http://schemas.openxmlformats.org/officeDocument/2006/relationships/image" Target="../media/image-1-111.svg"/><Relationship Id="rId112" Type="http://schemas.openxmlformats.org/officeDocument/2006/relationships/image" Target="../media/image-1-112.png"/><Relationship Id="rId113" Type="http://schemas.openxmlformats.org/officeDocument/2006/relationships/image" Target="../media/image-1-113.svg"/><Relationship Id="rId114" Type="http://schemas.openxmlformats.org/officeDocument/2006/relationships/image" Target="../media/image-1-114.png"/><Relationship Id="rId115" Type="http://schemas.openxmlformats.org/officeDocument/2006/relationships/image" Target="../media/image-1-115.svg"/><Relationship Id="rId116" Type="http://schemas.openxmlformats.org/officeDocument/2006/relationships/image" Target="../media/image-1-116.png"/><Relationship Id="rId117" Type="http://schemas.openxmlformats.org/officeDocument/2006/relationships/image" Target="../media/image-1-117.svg"/><Relationship Id="rId118" Type="http://schemas.openxmlformats.org/officeDocument/2006/relationships/image" Target="../media/image-1-118.png"/><Relationship Id="rId119" Type="http://schemas.openxmlformats.org/officeDocument/2006/relationships/image" Target="../media/image-1-119.svg"/><Relationship Id="rId120" Type="http://schemas.openxmlformats.org/officeDocument/2006/relationships/image" Target="../media/image-1-120.png"/><Relationship Id="rId121" Type="http://schemas.openxmlformats.org/officeDocument/2006/relationships/image" Target="../media/image-1-121.svg"/><Relationship Id="rId122" Type="http://schemas.openxmlformats.org/officeDocument/2006/relationships/image" Target="../media/image-1-122.png"/><Relationship Id="rId123" Type="http://schemas.openxmlformats.org/officeDocument/2006/relationships/image" Target="../media/image-1-123.svg"/><Relationship Id="rId124" Type="http://schemas.openxmlformats.org/officeDocument/2006/relationships/image" Target="../media/image-1-124.png"/><Relationship Id="rId125" Type="http://schemas.openxmlformats.org/officeDocument/2006/relationships/image" Target="../media/image-1-125.svg"/><Relationship Id="rId126" Type="http://schemas.openxmlformats.org/officeDocument/2006/relationships/image" Target="../media/image-1-126.png"/><Relationship Id="rId127" Type="http://schemas.openxmlformats.org/officeDocument/2006/relationships/image" Target="../media/image-1-127.svg"/><Relationship Id="rId128" Type="http://schemas.openxmlformats.org/officeDocument/2006/relationships/image" Target="../media/image-1-128.png"/><Relationship Id="rId129" Type="http://schemas.openxmlformats.org/officeDocument/2006/relationships/image" Target="../media/image-1-129.svg"/><Relationship Id="rId130" Type="http://schemas.openxmlformats.org/officeDocument/2006/relationships/image" Target="../media/image-1-130.png"/><Relationship Id="rId131" Type="http://schemas.openxmlformats.org/officeDocument/2006/relationships/image" Target="../media/image-1-131.svg"/><Relationship Id="rId132" Type="http://schemas.openxmlformats.org/officeDocument/2006/relationships/image" Target="../media/image-1-132.png"/><Relationship Id="rId133" Type="http://schemas.openxmlformats.org/officeDocument/2006/relationships/image" Target="../media/image-1-133.svg"/><Relationship Id="rId134" Type="http://schemas.openxmlformats.org/officeDocument/2006/relationships/image" Target="../media/image-1-134.png"/><Relationship Id="rId135" Type="http://schemas.openxmlformats.org/officeDocument/2006/relationships/image" Target="../media/image-1-135.svg"/><Relationship Id="rId136" Type="http://schemas.openxmlformats.org/officeDocument/2006/relationships/image" Target="../media/image-1-136.png"/><Relationship Id="rId137" Type="http://schemas.openxmlformats.org/officeDocument/2006/relationships/image" Target="../media/image-1-137.svg"/><Relationship Id="rId138" Type="http://schemas.openxmlformats.org/officeDocument/2006/relationships/image" Target="../media/image-1-138.png"/><Relationship Id="rId139" Type="http://schemas.openxmlformats.org/officeDocument/2006/relationships/image" Target="../media/image-1-139.svg"/><Relationship Id="rId140" Type="http://schemas.openxmlformats.org/officeDocument/2006/relationships/image" Target="../media/image-1-140.png"/><Relationship Id="rId141" Type="http://schemas.openxmlformats.org/officeDocument/2006/relationships/image" Target="../media/image-1-141.svg"/><Relationship Id="rId142" Type="http://schemas.openxmlformats.org/officeDocument/2006/relationships/image" Target="../media/image-1-142.png"/><Relationship Id="rId143" Type="http://schemas.openxmlformats.org/officeDocument/2006/relationships/image" Target="../media/image-1-143.svg"/><Relationship Id="rId144" Type="http://schemas.openxmlformats.org/officeDocument/2006/relationships/image" Target="../media/image-1-144.png"/><Relationship Id="rId145" Type="http://schemas.openxmlformats.org/officeDocument/2006/relationships/image" Target="../media/image-1-145.svg"/><Relationship Id="rId146" Type="http://schemas.openxmlformats.org/officeDocument/2006/relationships/image" Target="../media/image-1-146.png"/><Relationship Id="rId147" Type="http://schemas.openxmlformats.org/officeDocument/2006/relationships/image" Target="../media/image-1-147.svg"/><Relationship Id="rId148" Type="http://schemas.openxmlformats.org/officeDocument/2006/relationships/image" Target="../media/image-1-148.png"/><Relationship Id="rId149" Type="http://schemas.openxmlformats.org/officeDocument/2006/relationships/image" Target="../media/image-1-149.svg"/><Relationship Id="rId150" Type="http://schemas.openxmlformats.org/officeDocument/2006/relationships/image" Target="../media/image-1-150.png"/><Relationship Id="rId151" Type="http://schemas.openxmlformats.org/officeDocument/2006/relationships/image" Target="../media/image-1-151.svg"/><Relationship Id="rId152" Type="http://schemas.openxmlformats.org/officeDocument/2006/relationships/image" Target="../media/image-1-152.png"/><Relationship Id="rId153" Type="http://schemas.openxmlformats.org/officeDocument/2006/relationships/image" Target="../media/image-1-153.svg"/><Relationship Id="rId154" Type="http://schemas.openxmlformats.org/officeDocument/2006/relationships/image" Target="../media/image-1-154.png"/><Relationship Id="rId155" Type="http://schemas.openxmlformats.org/officeDocument/2006/relationships/image" Target="../media/image-1-155.svg"/><Relationship Id="rId156" Type="http://schemas.openxmlformats.org/officeDocument/2006/relationships/image" Target="../media/image-1-156.png"/><Relationship Id="rId157" Type="http://schemas.openxmlformats.org/officeDocument/2006/relationships/image" Target="../media/image-1-157.svg"/><Relationship Id="rId158" Type="http://schemas.openxmlformats.org/officeDocument/2006/relationships/image" Target="../media/image-1-158.png"/><Relationship Id="rId159" Type="http://schemas.openxmlformats.org/officeDocument/2006/relationships/image" Target="../media/image-1-159.svg"/><Relationship Id="rId160" Type="http://schemas.openxmlformats.org/officeDocument/2006/relationships/image" Target="../media/image-1-160.png"/><Relationship Id="rId161" Type="http://schemas.openxmlformats.org/officeDocument/2006/relationships/image" Target="../media/image-1-161.svg"/><Relationship Id="rId162" Type="http://schemas.openxmlformats.org/officeDocument/2006/relationships/image" Target="../media/image-1-162.png"/><Relationship Id="rId163" Type="http://schemas.openxmlformats.org/officeDocument/2006/relationships/image" Target="../media/image-1-163.svg"/><Relationship Id="rId164" Type="http://schemas.openxmlformats.org/officeDocument/2006/relationships/image" Target="../media/image-1-164.png"/><Relationship Id="rId165" Type="http://schemas.openxmlformats.org/officeDocument/2006/relationships/image" Target="../media/image-1-165.svg"/><Relationship Id="rId166" Type="http://schemas.openxmlformats.org/officeDocument/2006/relationships/image" Target="../media/image-1-166.png"/><Relationship Id="rId167" Type="http://schemas.openxmlformats.org/officeDocument/2006/relationships/image" Target="../media/image-1-167.svg"/><Relationship Id="rId168" Type="http://schemas.openxmlformats.org/officeDocument/2006/relationships/image" Target="../media/image-1-168.png"/><Relationship Id="rId169" Type="http://schemas.openxmlformats.org/officeDocument/2006/relationships/image" Target="../media/image-1-169.svg"/><Relationship Id="rId170" Type="http://schemas.openxmlformats.org/officeDocument/2006/relationships/image" Target="../media/image-1-170.png"/><Relationship Id="rId171" Type="http://schemas.openxmlformats.org/officeDocument/2006/relationships/image" Target="../media/image-1-171.svg"/><Relationship Id="rId172" Type="http://schemas.openxmlformats.org/officeDocument/2006/relationships/image" Target="../media/image-1-172.png"/><Relationship Id="rId173" Type="http://schemas.openxmlformats.org/officeDocument/2006/relationships/image" Target="../media/image-1-173.svg"/><Relationship Id="rId174" Type="http://schemas.openxmlformats.org/officeDocument/2006/relationships/image" Target="../media/image-1-174.png"/><Relationship Id="rId175" Type="http://schemas.openxmlformats.org/officeDocument/2006/relationships/image" Target="../media/image-1-175.svg"/><Relationship Id="rId176" Type="http://schemas.openxmlformats.org/officeDocument/2006/relationships/image" Target="../media/image-1-176.png"/><Relationship Id="rId177" Type="http://schemas.openxmlformats.org/officeDocument/2006/relationships/image" Target="../media/image-1-177.svg"/><Relationship Id="rId178" Type="http://schemas.openxmlformats.org/officeDocument/2006/relationships/image" Target="../media/image-1-178.png"/><Relationship Id="rId179" Type="http://schemas.openxmlformats.org/officeDocument/2006/relationships/image" Target="../media/image-1-179.svg"/><Relationship Id="rId180" Type="http://schemas.openxmlformats.org/officeDocument/2006/relationships/image" Target="../media/image-1-180.png"/><Relationship Id="rId181" Type="http://schemas.openxmlformats.org/officeDocument/2006/relationships/image" Target="../media/image-1-181.svg"/><Relationship Id="rId182" Type="http://schemas.openxmlformats.org/officeDocument/2006/relationships/image" Target="../media/image-1-182.png"/><Relationship Id="rId183" Type="http://schemas.openxmlformats.org/officeDocument/2006/relationships/image" Target="../media/image-1-183.svg"/><Relationship Id="rId184" Type="http://schemas.openxmlformats.org/officeDocument/2006/relationships/image" Target="../media/image-1-184.png"/><Relationship Id="rId185" Type="http://schemas.openxmlformats.org/officeDocument/2006/relationships/image" Target="../media/image-1-185.svg"/><Relationship Id="rId186" Type="http://schemas.openxmlformats.org/officeDocument/2006/relationships/image" Target="../media/image-1-186.png"/><Relationship Id="rId187" Type="http://schemas.openxmlformats.org/officeDocument/2006/relationships/image" Target="../media/image-1-187.svg"/><Relationship Id="rId188" Type="http://schemas.openxmlformats.org/officeDocument/2006/relationships/image" Target="../media/image-1-188.png"/><Relationship Id="rId189" Type="http://schemas.openxmlformats.org/officeDocument/2006/relationships/image" Target="../media/image-1-189.svg"/><Relationship Id="rId190" Type="http://schemas.openxmlformats.org/officeDocument/2006/relationships/image" Target="../media/image-1-190.png"/><Relationship Id="rId191" Type="http://schemas.openxmlformats.org/officeDocument/2006/relationships/image" Target="../media/image-1-191.svg"/><Relationship Id="rId192" Type="http://schemas.openxmlformats.org/officeDocument/2006/relationships/image" Target="../media/image-1-192.png"/><Relationship Id="rId193" Type="http://schemas.openxmlformats.org/officeDocument/2006/relationships/image" Target="../media/image-1-193.svg"/><Relationship Id="rId194" Type="http://schemas.openxmlformats.org/officeDocument/2006/relationships/image" Target="../media/image-1-194.png"/><Relationship Id="rId195" Type="http://schemas.openxmlformats.org/officeDocument/2006/relationships/image" Target="../media/image-1-195.svg"/><Relationship Id="rId196" Type="http://schemas.openxmlformats.org/officeDocument/2006/relationships/image" Target="../media/image-1-196.png"/><Relationship Id="rId197" Type="http://schemas.openxmlformats.org/officeDocument/2006/relationships/image" Target="../media/image-1-197.svg"/><Relationship Id="rId198" Type="http://schemas.openxmlformats.org/officeDocument/2006/relationships/image" Target="../media/image-1-198.png"/><Relationship Id="rId199" Type="http://schemas.openxmlformats.org/officeDocument/2006/relationships/image" Target="../media/image-1-199.svg"/><Relationship Id="rId200" Type="http://schemas.openxmlformats.org/officeDocument/2006/relationships/image" Target="../media/image-1-200.png"/><Relationship Id="rId201" Type="http://schemas.openxmlformats.org/officeDocument/2006/relationships/image" Target="../media/image-1-201.svg"/><Relationship Id="rId202" Type="http://schemas.openxmlformats.org/officeDocument/2006/relationships/image" Target="../media/image-1-202.png"/><Relationship Id="rId203" Type="http://schemas.openxmlformats.org/officeDocument/2006/relationships/image" Target="../media/image-1-203.svg"/><Relationship Id="rId204" Type="http://schemas.openxmlformats.org/officeDocument/2006/relationships/image" Target="../media/image-1-204.png"/><Relationship Id="rId205" Type="http://schemas.openxmlformats.org/officeDocument/2006/relationships/image" Target="../media/image-1-205.svg"/><Relationship Id="rId206" Type="http://schemas.openxmlformats.org/officeDocument/2006/relationships/image" Target="../media/image-1-206.png"/><Relationship Id="rId207" Type="http://schemas.openxmlformats.org/officeDocument/2006/relationships/image" Target="../media/image-1-207.svg"/><Relationship Id="rId208" Type="http://schemas.openxmlformats.org/officeDocument/2006/relationships/image" Target="../media/image-1-208.png"/><Relationship Id="rId209" Type="http://schemas.openxmlformats.org/officeDocument/2006/relationships/image" Target="../media/image-1-209.svg"/><Relationship Id="rId210" Type="http://schemas.openxmlformats.org/officeDocument/2006/relationships/image" Target="../media/image-1-210.png"/><Relationship Id="rId211" Type="http://schemas.openxmlformats.org/officeDocument/2006/relationships/image" Target="../media/image-1-211.svg"/><Relationship Id="rId212" Type="http://schemas.openxmlformats.org/officeDocument/2006/relationships/image" Target="../media/image-1-212.png"/><Relationship Id="rId213" Type="http://schemas.openxmlformats.org/officeDocument/2006/relationships/image" Target="../media/image-1-213.svg"/><Relationship Id="rId214" Type="http://schemas.openxmlformats.org/officeDocument/2006/relationships/image" Target="../media/image-1-214.png"/><Relationship Id="rId215" Type="http://schemas.openxmlformats.org/officeDocument/2006/relationships/image" Target="../media/image-1-215.svg"/><Relationship Id="rId216" Type="http://schemas.openxmlformats.org/officeDocument/2006/relationships/image" Target="../media/image-1-216.png"/><Relationship Id="rId217" Type="http://schemas.openxmlformats.org/officeDocument/2006/relationships/image" Target="../media/image-1-217.svg"/><Relationship Id="rId218" Type="http://schemas.openxmlformats.org/officeDocument/2006/relationships/image" Target="../media/image-1-218.png"/><Relationship Id="rId219" Type="http://schemas.openxmlformats.org/officeDocument/2006/relationships/image" Target="../media/image-1-219.svg"/><Relationship Id="rId220" Type="http://schemas.openxmlformats.org/officeDocument/2006/relationships/image" Target="../media/image-1-220.png"/><Relationship Id="rId221" Type="http://schemas.openxmlformats.org/officeDocument/2006/relationships/image" Target="../media/image-1-221.svg"/><Relationship Id="rId222" Type="http://schemas.openxmlformats.org/officeDocument/2006/relationships/image" Target="../media/image-1-222.png"/><Relationship Id="rId223" Type="http://schemas.openxmlformats.org/officeDocument/2006/relationships/image" Target="../media/image-1-223.svg"/><Relationship Id="rId224" Type="http://schemas.openxmlformats.org/officeDocument/2006/relationships/image" Target="../media/image-1-224.png"/><Relationship Id="rId225" Type="http://schemas.openxmlformats.org/officeDocument/2006/relationships/image" Target="../media/image-1-225.svg"/><Relationship Id="rId226" Type="http://schemas.openxmlformats.org/officeDocument/2006/relationships/image" Target="../media/image-1-226.png"/><Relationship Id="rId227" Type="http://schemas.openxmlformats.org/officeDocument/2006/relationships/image" Target="../media/image-1-227.svg"/><Relationship Id="rId228" Type="http://schemas.openxmlformats.org/officeDocument/2006/relationships/image" Target="../media/image-1-228.png"/><Relationship Id="rId229" Type="http://schemas.openxmlformats.org/officeDocument/2006/relationships/image" Target="../media/image-1-229.svg"/><Relationship Id="rId230" Type="http://schemas.openxmlformats.org/officeDocument/2006/relationships/image" Target="../media/image-1-230.png"/><Relationship Id="rId231" Type="http://schemas.openxmlformats.org/officeDocument/2006/relationships/image" Target="../media/image-1-231.svg"/><Relationship Id="rId232" Type="http://schemas.openxmlformats.org/officeDocument/2006/relationships/image" Target="../media/image-1-232.png"/><Relationship Id="rId233" Type="http://schemas.openxmlformats.org/officeDocument/2006/relationships/image" Target="../media/image-1-233.svg"/><Relationship Id="rId234" Type="http://schemas.openxmlformats.org/officeDocument/2006/relationships/image" Target="../media/image-1-234.png"/><Relationship Id="rId235" Type="http://schemas.openxmlformats.org/officeDocument/2006/relationships/image" Target="../media/image-1-235.svg"/><Relationship Id="rId236" Type="http://schemas.openxmlformats.org/officeDocument/2006/relationships/image" Target="../media/image-1-236.png"/><Relationship Id="rId237" Type="http://schemas.openxmlformats.org/officeDocument/2006/relationships/image" Target="../media/image-1-237.svg"/><Relationship Id="rId238" Type="http://schemas.openxmlformats.org/officeDocument/2006/relationships/image" Target="../media/image-1-238.png"/><Relationship Id="rId239" Type="http://schemas.openxmlformats.org/officeDocument/2006/relationships/image" Target="../media/image-1-239.svg"/><Relationship Id="rId240" Type="http://schemas.openxmlformats.org/officeDocument/2006/relationships/image" Target="../media/image-1-240.png"/><Relationship Id="rId241" Type="http://schemas.openxmlformats.org/officeDocument/2006/relationships/image" Target="../media/image-1-241.svg"/><Relationship Id="rId242" Type="http://schemas.openxmlformats.org/officeDocument/2006/relationships/image" Target="../media/image-1-242.png"/><Relationship Id="rId243" Type="http://schemas.openxmlformats.org/officeDocument/2006/relationships/image" Target="../media/image-1-243.svg"/><Relationship Id="rId244" Type="http://schemas.openxmlformats.org/officeDocument/2006/relationships/image" Target="../media/image-1-244.png"/><Relationship Id="rId245" Type="http://schemas.openxmlformats.org/officeDocument/2006/relationships/image" Target="../media/image-1-245.svg"/><Relationship Id="rId246" Type="http://schemas.openxmlformats.org/officeDocument/2006/relationships/image" Target="../media/image-1-246.png"/><Relationship Id="rId247" Type="http://schemas.openxmlformats.org/officeDocument/2006/relationships/image" Target="../media/image-1-247.svg"/><Relationship Id="rId248" Type="http://schemas.openxmlformats.org/officeDocument/2006/relationships/image" Target="../media/image-1-248.png"/><Relationship Id="rId249" Type="http://schemas.openxmlformats.org/officeDocument/2006/relationships/image" Target="../media/image-1-249.svg"/><Relationship Id="rId250" Type="http://schemas.openxmlformats.org/officeDocument/2006/relationships/image" Target="../media/image-1-250.png"/><Relationship Id="rId251" Type="http://schemas.openxmlformats.org/officeDocument/2006/relationships/image" Target="../media/image-1-251.svg"/><Relationship Id="rId252" Type="http://schemas.openxmlformats.org/officeDocument/2006/relationships/image" Target="../media/image-1-252.png"/><Relationship Id="rId253" Type="http://schemas.openxmlformats.org/officeDocument/2006/relationships/image" Target="../media/image-1-253.svg"/><Relationship Id="rId254" Type="http://schemas.openxmlformats.org/officeDocument/2006/relationships/image" Target="../media/image-1-254.png"/><Relationship Id="rId255" Type="http://schemas.openxmlformats.org/officeDocument/2006/relationships/image" Target="../media/image-1-255.svg"/><Relationship Id="rId256" Type="http://schemas.openxmlformats.org/officeDocument/2006/relationships/image" Target="../media/image-1-256.png"/><Relationship Id="rId257" Type="http://schemas.openxmlformats.org/officeDocument/2006/relationships/image" Target="../media/image-1-257.svg"/><Relationship Id="rId258" Type="http://schemas.openxmlformats.org/officeDocument/2006/relationships/image" Target="../media/image-1-258.png"/><Relationship Id="rId259" Type="http://schemas.openxmlformats.org/officeDocument/2006/relationships/image" Target="../media/image-1-259.svg"/><Relationship Id="rId260" Type="http://schemas.openxmlformats.org/officeDocument/2006/relationships/image" Target="../media/image-1-260.png"/><Relationship Id="rId261" Type="http://schemas.openxmlformats.org/officeDocument/2006/relationships/image" Target="../media/image-1-261.svg"/><Relationship Id="rId262" Type="http://schemas.openxmlformats.org/officeDocument/2006/relationships/image" Target="../media/image-1-262.png"/><Relationship Id="rId263" Type="http://schemas.openxmlformats.org/officeDocument/2006/relationships/image" Target="../media/image-1-263.svg"/><Relationship Id="rId264" Type="http://schemas.openxmlformats.org/officeDocument/2006/relationships/image" Target="../media/image-1-264.png"/><Relationship Id="rId265" Type="http://schemas.openxmlformats.org/officeDocument/2006/relationships/image" Target="../media/image-1-265.svg"/><Relationship Id="rId266" Type="http://schemas.openxmlformats.org/officeDocument/2006/relationships/image" Target="../media/image-1-266.png"/><Relationship Id="rId267" Type="http://schemas.openxmlformats.org/officeDocument/2006/relationships/image" Target="../media/image-1-267.svg"/><Relationship Id="rId268" Type="http://schemas.openxmlformats.org/officeDocument/2006/relationships/image" Target="../media/image-1-268.png"/><Relationship Id="rId269" Type="http://schemas.openxmlformats.org/officeDocument/2006/relationships/image" Target="../media/image-1-269.svg"/><Relationship Id="rId270" Type="http://schemas.openxmlformats.org/officeDocument/2006/relationships/image" Target="../media/image-1-270.png"/><Relationship Id="rId271" Type="http://schemas.openxmlformats.org/officeDocument/2006/relationships/image" Target="../media/image-1-271.svg"/><Relationship Id="rId272" Type="http://schemas.openxmlformats.org/officeDocument/2006/relationships/image" Target="../media/image-1-272.png"/><Relationship Id="rId273" Type="http://schemas.openxmlformats.org/officeDocument/2006/relationships/image" Target="../media/image-1-273.svg"/><Relationship Id="rId274" Type="http://schemas.openxmlformats.org/officeDocument/2006/relationships/image" Target="../media/image-1-274.png"/><Relationship Id="rId275" Type="http://schemas.openxmlformats.org/officeDocument/2006/relationships/image" Target="../media/image-1-275.svg"/><Relationship Id="rId276" Type="http://schemas.openxmlformats.org/officeDocument/2006/relationships/image" Target="../media/image-1-276.png"/><Relationship Id="rId277" Type="http://schemas.openxmlformats.org/officeDocument/2006/relationships/image" Target="../media/image-1-277.svg"/><Relationship Id="rId278" Type="http://schemas.openxmlformats.org/officeDocument/2006/relationships/image" Target="../media/image-1-278.png"/><Relationship Id="rId279" Type="http://schemas.openxmlformats.org/officeDocument/2006/relationships/image" Target="../media/image-1-279.svg"/><Relationship Id="rId280" Type="http://schemas.openxmlformats.org/officeDocument/2006/relationships/image" Target="../media/image-1-280.png"/><Relationship Id="rId281" Type="http://schemas.openxmlformats.org/officeDocument/2006/relationships/image" Target="../media/image-1-281.svg"/><Relationship Id="rId282" Type="http://schemas.openxmlformats.org/officeDocument/2006/relationships/image" Target="../media/image-1-282.png"/><Relationship Id="rId283" Type="http://schemas.openxmlformats.org/officeDocument/2006/relationships/image" Target="../media/image-1-283.svg"/><Relationship Id="rId284" Type="http://schemas.openxmlformats.org/officeDocument/2006/relationships/image" Target="../media/image-1-284.png"/><Relationship Id="rId285" Type="http://schemas.openxmlformats.org/officeDocument/2006/relationships/image" Target="../media/image-1-285.svg"/><Relationship Id="rId286" Type="http://schemas.openxmlformats.org/officeDocument/2006/relationships/image" Target="../media/image-1-286.png"/><Relationship Id="rId287" Type="http://schemas.openxmlformats.org/officeDocument/2006/relationships/image" Target="../media/image-1-287.svg"/><Relationship Id="rId288" Type="http://schemas.openxmlformats.org/officeDocument/2006/relationships/image" Target="../media/image-1-288.png"/><Relationship Id="rId289" Type="http://schemas.openxmlformats.org/officeDocument/2006/relationships/image" Target="../media/image-1-289.svg"/><Relationship Id="rId290" Type="http://schemas.openxmlformats.org/officeDocument/2006/relationships/image" Target="../media/image-1-290.png"/><Relationship Id="rId291" Type="http://schemas.openxmlformats.org/officeDocument/2006/relationships/image" Target="../media/image-1-291.svg"/><Relationship Id="rId292" Type="http://schemas.openxmlformats.org/officeDocument/2006/relationships/image" Target="../media/image-1-292.png"/><Relationship Id="rId293" Type="http://schemas.openxmlformats.org/officeDocument/2006/relationships/image" Target="../media/image-1-293.svg"/><Relationship Id="rId294" Type="http://schemas.openxmlformats.org/officeDocument/2006/relationships/image" Target="../media/image-1-294.png"/><Relationship Id="rId295" Type="http://schemas.openxmlformats.org/officeDocument/2006/relationships/image" Target="../media/image-1-295.svg"/><Relationship Id="rId296" Type="http://schemas.openxmlformats.org/officeDocument/2006/relationships/image" Target="../media/image-1-296.png"/><Relationship Id="rId297" Type="http://schemas.openxmlformats.org/officeDocument/2006/relationships/image" Target="../media/image-1-297.svg"/><Relationship Id="rId298" Type="http://schemas.openxmlformats.org/officeDocument/2006/relationships/image" Target="../media/image-1-298.png"/><Relationship Id="rId299" Type="http://schemas.openxmlformats.org/officeDocument/2006/relationships/image" Target="../media/image-1-299.svg"/><Relationship Id="rId300" Type="http://schemas.openxmlformats.org/officeDocument/2006/relationships/image" Target="../media/image-1-300.png"/><Relationship Id="rId301" Type="http://schemas.openxmlformats.org/officeDocument/2006/relationships/image" Target="../media/image-1-301.svg"/><Relationship Id="rId302" Type="http://schemas.openxmlformats.org/officeDocument/2006/relationships/image" Target="../media/image-1-302.png"/><Relationship Id="rId303" Type="http://schemas.openxmlformats.org/officeDocument/2006/relationships/image" Target="../media/image-1-303.svg"/><Relationship Id="rId304" Type="http://schemas.openxmlformats.org/officeDocument/2006/relationships/image" Target="../media/image-1-304.png"/><Relationship Id="rId305" Type="http://schemas.openxmlformats.org/officeDocument/2006/relationships/image" Target="../media/image-1-305.svg"/><Relationship Id="rId306" Type="http://schemas.openxmlformats.org/officeDocument/2006/relationships/image" Target="../media/image-1-306.png"/><Relationship Id="rId307" Type="http://schemas.openxmlformats.org/officeDocument/2006/relationships/image" Target="../media/image-1-307.svg"/><Relationship Id="rId308" Type="http://schemas.openxmlformats.org/officeDocument/2006/relationships/image" Target="../media/image-1-308.png"/><Relationship Id="rId309" Type="http://schemas.openxmlformats.org/officeDocument/2006/relationships/image" Target="../media/image-1-309.svg"/><Relationship Id="rId310" Type="http://schemas.openxmlformats.org/officeDocument/2006/relationships/image" Target="../media/image-1-310.png"/><Relationship Id="rId311" Type="http://schemas.openxmlformats.org/officeDocument/2006/relationships/image" Target="../media/image-1-311.svg"/><Relationship Id="rId312" Type="http://schemas.openxmlformats.org/officeDocument/2006/relationships/image" Target="../media/image-1-312.png"/><Relationship Id="rId313" Type="http://schemas.openxmlformats.org/officeDocument/2006/relationships/image" Target="../media/image-1-313.svg"/><Relationship Id="rId314" Type="http://schemas.openxmlformats.org/officeDocument/2006/relationships/image" Target="../media/image-1-314.png"/><Relationship Id="rId315" Type="http://schemas.openxmlformats.org/officeDocument/2006/relationships/image" Target="../media/image-1-315.svg"/><Relationship Id="rId316" Type="http://schemas.openxmlformats.org/officeDocument/2006/relationships/image" Target="../media/image-1-316.png"/><Relationship Id="rId317" Type="http://schemas.openxmlformats.org/officeDocument/2006/relationships/image" Target="../media/image-1-317.png"/><Relationship Id="rId318" Type="http://schemas.openxmlformats.org/officeDocument/2006/relationships/image" Target="../media/image-1-318.png"/><Relationship Id="rId319" Type="http://schemas.openxmlformats.org/officeDocument/2006/relationships/image" Target="../media/image-1-319.png"/><Relationship Id="rId320" Type="http://schemas.openxmlformats.org/officeDocument/2006/relationships/image" Target="../media/image-1-320.png"/><Relationship Id="rId321" Type="http://schemas.openxmlformats.org/officeDocument/2006/relationships/image" Target="../media/image-1-321.png"/><Relationship Id="rId322" Type="http://schemas.openxmlformats.org/officeDocument/2006/relationships/slideLayout" Target="../slideLayouts/slideLayout1.xml"/><Relationship Id="rId32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e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5F9C"/>
          </a:solidFill>
          <a:ln/>
        </p:spPr>
      </p:sp>
      <p:pic>
        <p:nvPicPr>
          <p:cNvPr id="3"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6130" y="9384209"/>
            <a:ext cx="1247180" cy="1222573"/>
          </a:xfrm>
          <a:prstGeom prst="rect">
            <a:avLst/>
          </a:prstGeom>
        </p:spPr>
      </p:pic>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80106" y="9451082"/>
            <a:ext cx="1091505" cy="1094581"/>
          </a:xfrm>
          <a:prstGeom prst="rect">
            <a:avLst/>
          </a:prstGeom>
        </p:spPr>
      </p:pic>
      <p:pic>
        <p:nvPicPr>
          <p:cNvPr id="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493798" y="9450487"/>
            <a:ext cx="1105396" cy="1102519"/>
          </a:xfrm>
          <a:prstGeom prst="rect">
            <a:avLst/>
          </a:prstGeom>
        </p:spPr>
      </p:pic>
      <p:pic>
        <p:nvPicPr>
          <p:cNvPr id="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047097" y="3415903"/>
            <a:ext cx="1250752" cy="1226046"/>
          </a:xfrm>
          <a:prstGeom prst="rect">
            <a:avLst/>
          </a:prstGeom>
        </p:spPr>
      </p:pic>
      <p:pic>
        <p:nvPicPr>
          <p:cNvPr id="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989848" y="3365798"/>
            <a:ext cx="233561" cy="228798"/>
          </a:xfrm>
          <a:prstGeom prst="rect">
            <a:avLst/>
          </a:prstGeom>
        </p:spPr>
      </p:pic>
      <p:pic>
        <p:nvPicPr>
          <p:cNvPr id="10"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9093160" y="3365798"/>
            <a:ext cx="233462" cy="228798"/>
          </a:xfrm>
          <a:prstGeom prst="rect">
            <a:avLst/>
          </a:prstGeom>
        </p:spPr>
      </p:pic>
      <p:pic>
        <p:nvPicPr>
          <p:cNvPr id="11" name="Image 7"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7989848" y="4414639"/>
            <a:ext cx="233561" cy="228798"/>
          </a:xfrm>
          <a:prstGeom prst="rect">
            <a:avLst/>
          </a:prstGeom>
        </p:spPr>
      </p:pic>
      <p:pic>
        <p:nvPicPr>
          <p:cNvPr id="12" name="Image 8" descr="preencoded.pn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9093160" y="4414639"/>
            <a:ext cx="233462" cy="228798"/>
          </a:xfrm>
          <a:prstGeom prst="rect">
            <a:avLst/>
          </a:prstGeom>
        </p:spPr>
      </p:pic>
      <p:pic>
        <p:nvPicPr>
          <p:cNvPr id="13" name="Image 9" descr="preencoded.png">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8420061" y="3698478"/>
            <a:ext cx="554038" cy="676573"/>
          </a:xfrm>
          <a:prstGeom prst="rect">
            <a:avLst/>
          </a:prstGeom>
        </p:spPr>
      </p:pic>
      <p:pic>
        <p:nvPicPr>
          <p:cNvPr id="14" name="Image 10" descr="preencoded.png">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619880" y="6921798"/>
            <a:ext cx="2847777" cy="1983681"/>
          </a:xfrm>
          <a:prstGeom prst="rect">
            <a:avLst/>
          </a:prstGeom>
        </p:spPr>
      </p:pic>
      <p:pic>
        <p:nvPicPr>
          <p:cNvPr id="15" name="Image 11" descr="preencoded.png">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875466" y="7180163"/>
            <a:ext cx="211237" cy="219968"/>
          </a:xfrm>
          <a:prstGeom prst="rect">
            <a:avLst/>
          </a:prstGeom>
        </p:spPr>
      </p:pic>
      <p:pic>
        <p:nvPicPr>
          <p:cNvPr id="16" name="Image 12" descr="preencoded.png">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1229281" y="7218561"/>
            <a:ext cx="1016298" cy="141684"/>
          </a:xfrm>
          <a:prstGeom prst="rect">
            <a:avLst/>
          </a:prstGeom>
        </p:spPr>
      </p:pic>
      <p:pic>
        <p:nvPicPr>
          <p:cNvPr id="17" name="Image 13" descr="preencoded.png">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2350552" y="7218561"/>
            <a:ext cx="296466" cy="141684"/>
          </a:xfrm>
          <a:prstGeom prst="rect">
            <a:avLst/>
          </a:prstGeom>
        </p:spPr>
      </p:pic>
      <p:pic>
        <p:nvPicPr>
          <p:cNvPr id="18" name="Image 14" descr="preencoded.png">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2715677" y="7218263"/>
            <a:ext cx="469404" cy="142081"/>
          </a:xfrm>
          <a:prstGeom prst="rect">
            <a:avLst/>
          </a:prstGeom>
        </p:spPr>
      </p:pic>
      <p:pic>
        <p:nvPicPr>
          <p:cNvPr id="19" name="Image 15" descr="preencoded.png">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0875466" y="7527429"/>
            <a:ext cx="211237" cy="219968"/>
          </a:xfrm>
          <a:prstGeom prst="rect">
            <a:avLst/>
          </a:prstGeom>
        </p:spPr>
      </p:pic>
      <p:pic>
        <p:nvPicPr>
          <p:cNvPr id="20" name="Image 16" descr="preencoded.png">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1653342" y="7566621"/>
            <a:ext cx="1016298" cy="141684"/>
          </a:xfrm>
          <a:prstGeom prst="rect">
            <a:avLst/>
          </a:prstGeom>
        </p:spPr>
      </p:pic>
      <p:pic>
        <p:nvPicPr>
          <p:cNvPr id="21" name="Image 17" descr="preencoded.png">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1259344" y="7566621"/>
            <a:ext cx="296466" cy="141684"/>
          </a:xfrm>
          <a:prstGeom prst="rect">
            <a:avLst/>
          </a:prstGeom>
        </p:spPr>
      </p:pic>
      <p:pic>
        <p:nvPicPr>
          <p:cNvPr id="22" name="Image 18" descr="preencoded.png">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0875466" y="7874695"/>
            <a:ext cx="211237" cy="219968"/>
          </a:xfrm>
          <a:prstGeom prst="rect">
            <a:avLst/>
          </a:prstGeom>
        </p:spPr>
      </p:pic>
      <p:pic>
        <p:nvPicPr>
          <p:cNvPr id="23" name="Image 19" descr="preencoded.png">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1777365" y="7913886"/>
            <a:ext cx="1016298" cy="141684"/>
          </a:xfrm>
          <a:prstGeom prst="rect">
            <a:avLst/>
          </a:prstGeom>
        </p:spPr>
      </p:pic>
      <p:pic>
        <p:nvPicPr>
          <p:cNvPr id="24" name="Image 20" descr="preencoded.png">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1278195" y="7912993"/>
            <a:ext cx="425351" cy="141684"/>
          </a:xfrm>
          <a:prstGeom prst="rect">
            <a:avLst/>
          </a:prstGeom>
        </p:spPr>
      </p:pic>
      <p:pic>
        <p:nvPicPr>
          <p:cNvPr id="25" name="Image 21" descr="preencoded.png">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2876511" y="7912795"/>
            <a:ext cx="308570" cy="142081"/>
          </a:xfrm>
          <a:prstGeom prst="rect">
            <a:avLst/>
          </a:prstGeom>
        </p:spPr>
      </p:pic>
      <p:pic>
        <p:nvPicPr>
          <p:cNvPr id="26" name="Image 22" descr="preencoded.png">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0875466" y="8221960"/>
            <a:ext cx="211237" cy="219968"/>
          </a:xfrm>
          <a:prstGeom prst="rect">
            <a:avLst/>
          </a:prstGeom>
        </p:spPr>
      </p:pic>
      <p:pic>
        <p:nvPicPr>
          <p:cNvPr id="27" name="Image 23" descr="preencoded.png">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875466" y="8529737"/>
            <a:ext cx="211237" cy="219968"/>
          </a:xfrm>
          <a:prstGeom prst="rect">
            <a:avLst/>
          </a:prstGeom>
        </p:spPr>
      </p:pic>
      <p:pic>
        <p:nvPicPr>
          <p:cNvPr id="28" name="Image 24" descr="preencoded.png">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1229281" y="8260259"/>
            <a:ext cx="1016298" cy="141684"/>
          </a:xfrm>
          <a:prstGeom prst="rect">
            <a:avLst/>
          </a:prstGeom>
        </p:spPr>
      </p:pic>
      <p:pic>
        <p:nvPicPr>
          <p:cNvPr id="29" name="Image 25" descr="preencoded.png">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11929964" y="8550275"/>
            <a:ext cx="1016298" cy="141684"/>
          </a:xfrm>
          <a:prstGeom prst="rect">
            <a:avLst/>
          </a:prstGeom>
        </p:spPr>
      </p:pic>
      <p:pic>
        <p:nvPicPr>
          <p:cNvPr id="30" name="Image 26" descr="preencoded.png">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1229281" y="8533805"/>
            <a:ext cx="621804" cy="141684"/>
          </a:xfrm>
          <a:prstGeom prst="rect">
            <a:avLst/>
          </a:prstGeom>
        </p:spPr>
      </p:pic>
      <p:pic>
        <p:nvPicPr>
          <p:cNvPr id="31" name="Image 27" descr="preencoded.png">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12350552" y="8260358"/>
            <a:ext cx="296466" cy="141684"/>
          </a:xfrm>
          <a:prstGeom prst="rect">
            <a:avLst/>
          </a:prstGeom>
        </p:spPr>
      </p:pic>
      <p:pic>
        <p:nvPicPr>
          <p:cNvPr id="32" name="Image 28" descr="preencoded.png">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10773569" y="7248129"/>
            <a:ext cx="174526" cy="1427559"/>
          </a:xfrm>
          <a:prstGeom prst="rect">
            <a:avLst/>
          </a:prstGeom>
        </p:spPr>
      </p:pic>
      <p:pic>
        <p:nvPicPr>
          <p:cNvPr id="33" name="Image 29" descr="preencoded.png">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10792619" y="7626648"/>
            <a:ext cx="148828" cy="33834"/>
          </a:xfrm>
          <a:prstGeom prst="rect">
            <a:avLst/>
          </a:prstGeom>
        </p:spPr>
      </p:pic>
      <p:pic>
        <p:nvPicPr>
          <p:cNvPr id="34" name="Image 30" descr="preencoded.png">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10799266" y="7976592"/>
            <a:ext cx="126702" cy="33834"/>
          </a:xfrm>
          <a:prstGeom prst="rect">
            <a:avLst/>
          </a:prstGeom>
        </p:spPr>
      </p:pic>
      <p:pic>
        <p:nvPicPr>
          <p:cNvPr id="35" name="Image 31" descr="preencoded.png">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10806113" y="8314531"/>
            <a:ext cx="154583" cy="33834"/>
          </a:xfrm>
          <a:prstGeom prst="rect">
            <a:avLst/>
          </a:prstGeom>
        </p:spPr>
      </p:pic>
      <p:pic>
        <p:nvPicPr>
          <p:cNvPr id="36" name="Image 32" descr="preencoded.png">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12890997" y="6992739"/>
            <a:ext cx="93663" cy="97532"/>
          </a:xfrm>
          <a:prstGeom prst="rect">
            <a:avLst/>
          </a:prstGeom>
        </p:spPr>
      </p:pic>
      <p:pic>
        <p:nvPicPr>
          <p:cNvPr id="37" name="Image 33" descr="preencoded.png">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13022561" y="6992739"/>
            <a:ext cx="93663" cy="97532"/>
          </a:xfrm>
          <a:prstGeom prst="rect">
            <a:avLst/>
          </a:prstGeom>
        </p:spPr>
      </p:pic>
      <p:pic>
        <p:nvPicPr>
          <p:cNvPr id="38" name="Image 34" descr="preencoded.png">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13154125" y="6992739"/>
            <a:ext cx="93663" cy="97532"/>
          </a:xfrm>
          <a:prstGeom prst="rect">
            <a:avLst/>
          </a:prstGeom>
        </p:spPr>
      </p:pic>
      <p:pic>
        <p:nvPicPr>
          <p:cNvPr id="39" name="Image 35" descr="preencoded.png">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1401823" y="3352106"/>
            <a:ext cx="5471418" cy="4076998"/>
          </a:xfrm>
          <a:prstGeom prst="rect">
            <a:avLst/>
          </a:prstGeom>
        </p:spPr>
      </p:pic>
      <p:pic>
        <p:nvPicPr>
          <p:cNvPr id="40" name="Image 36" descr="preencoded.png">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11454805" y="3832225"/>
            <a:ext cx="4475857" cy="527248"/>
          </a:xfrm>
          <a:prstGeom prst="rect">
            <a:avLst/>
          </a:prstGeom>
        </p:spPr>
      </p:pic>
      <p:pic>
        <p:nvPicPr>
          <p:cNvPr id="41" name="Image 37" descr="preencoded.png">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11627247" y="4592241"/>
            <a:ext cx="1296888" cy="1266825"/>
          </a:xfrm>
          <a:prstGeom prst="rect">
            <a:avLst/>
          </a:prstGeom>
        </p:spPr>
      </p:pic>
      <p:pic>
        <p:nvPicPr>
          <p:cNvPr id="42" name="Image 38" descr="preencoded.png">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11806833" y="6154837"/>
            <a:ext cx="924123" cy="900311"/>
          </a:xfrm>
          <a:prstGeom prst="rect">
            <a:avLst/>
          </a:prstGeom>
        </p:spPr>
      </p:pic>
      <p:pic>
        <p:nvPicPr>
          <p:cNvPr id="43" name="Image 39" descr="preencoded.png">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12327632" y="6237288"/>
            <a:ext cx="303510" cy="303510"/>
          </a:xfrm>
          <a:prstGeom prst="rect">
            <a:avLst/>
          </a:prstGeom>
        </p:spPr>
      </p:pic>
      <p:pic>
        <p:nvPicPr>
          <p:cNvPr id="44" name="Image 40" descr="preencoded.png">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11806833" y="6485533"/>
            <a:ext cx="924123" cy="569615"/>
          </a:xfrm>
          <a:prstGeom prst="rect">
            <a:avLst/>
          </a:prstGeom>
        </p:spPr>
      </p:pic>
      <p:pic>
        <p:nvPicPr>
          <p:cNvPr id="45" name="Image 41" descr="preencoded.png">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11779350" y="6125170"/>
            <a:ext cx="976809" cy="957163"/>
          </a:xfrm>
          <a:prstGeom prst="rect">
            <a:avLst/>
          </a:prstGeom>
        </p:spPr>
      </p:pic>
      <p:pic>
        <p:nvPicPr>
          <p:cNvPr id="46" name="Image 42" descr="preencoded.png">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11764467" y="6110189"/>
            <a:ext cx="1006277" cy="987227"/>
          </a:xfrm>
          <a:prstGeom prst="rect">
            <a:avLst/>
          </a:prstGeom>
        </p:spPr>
      </p:pic>
      <p:pic>
        <p:nvPicPr>
          <p:cNvPr id="47" name="Image 43" descr="preencoded.png">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13008372" y="6163965"/>
            <a:ext cx="924123" cy="900311"/>
          </a:xfrm>
          <a:prstGeom prst="rect">
            <a:avLst/>
          </a:prstGeom>
        </p:spPr>
      </p:pic>
      <p:pic>
        <p:nvPicPr>
          <p:cNvPr id="48" name="Image 44" descr="preencoded.png">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13529172" y="6246416"/>
            <a:ext cx="303510" cy="303510"/>
          </a:xfrm>
          <a:prstGeom prst="rect">
            <a:avLst/>
          </a:prstGeom>
        </p:spPr>
      </p:pic>
      <p:pic>
        <p:nvPicPr>
          <p:cNvPr id="49" name="Image 45" descr="preencoded.png">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13008372" y="6494661"/>
            <a:ext cx="924123" cy="569615"/>
          </a:xfrm>
          <a:prstGeom prst="rect">
            <a:avLst/>
          </a:prstGeom>
        </p:spPr>
      </p:pic>
      <p:pic>
        <p:nvPicPr>
          <p:cNvPr id="50" name="Image 46" descr="preencoded.png">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12980889" y="6134299"/>
            <a:ext cx="976809" cy="957163"/>
          </a:xfrm>
          <a:prstGeom prst="rect">
            <a:avLst/>
          </a:prstGeom>
        </p:spPr>
      </p:pic>
      <p:pic>
        <p:nvPicPr>
          <p:cNvPr id="51" name="Image 47" descr="preencoded.png">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12966006" y="6119317"/>
            <a:ext cx="1006277" cy="987227"/>
          </a:xfrm>
          <a:prstGeom prst="rect">
            <a:avLst/>
          </a:prstGeom>
        </p:spPr>
      </p:pic>
      <p:pic>
        <p:nvPicPr>
          <p:cNvPr id="52" name="Image 48" descr="preencoded.png">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14314984" y="6165255"/>
            <a:ext cx="924123" cy="900311"/>
          </a:xfrm>
          <a:prstGeom prst="rect">
            <a:avLst/>
          </a:prstGeom>
        </p:spPr>
      </p:pic>
      <p:pic>
        <p:nvPicPr>
          <p:cNvPr id="53" name="Image 49" descr="preencoded.png">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14835783" y="6247706"/>
            <a:ext cx="303510" cy="303510"/>
          </a:xfrm>
          <a:prstGeom prst="rect">
            <a:avLst/>
          </a:prstGeom>
        </p:spPr>
      </p:pic>
      <p:pic>
        <p:nvPicPr>
          <p:cNvPr id="54" name="Image 50" descr="preencoded.png">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14314984" y="6495951"/>
            <a:ext cx="924123" cy="569615"/>
          </a:xfrm>
          <a:prstGeom prst="rect">
            <a:avLst/>
          </a:prstGeom>
        </p:spPr>
      </p:pic>
      <p:pic>
        <p:nvPicPr>
          <p:cNvPr id="55" name="Image 51" descr="preencoded.png">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14287500" y="6135588"/>
            <a:ext cx="976809" cy="957163"/>
          </a:xfrm>
          <a:prstGeom prst="rect">
            <a:avLst/>
          </a:prstGeom>
        </p:spPr>
      </p:pic>
      <p:pic>
        <p:nvPicPr>
          <p:cNvPr id="56" name="Image 52" descr="preencoded.png">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14272617" y="6120607"/>
            <a:ext cx="1006277" cy="987227"/>
          </a:xfrm>
          <a:prstGeom prst="rect">
            <a:avLst/>
          </a:prstGeom>
        </p:spPr>
      </p:pic>
      <p:pic>
        <p:nvPicPr>
          <p:cNvPr id="57" name="Image 53" descr="preencoded.png">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15481995" y="6102251"/>
            <a:ext cx="924123" cy="900311"/>
          </a:xfrm>
          <a:prstGeom prst="rect">
            <a:avLst/>
          </a:prstGeom>
        </p:spPr>
      </p:pic>
      <p:pic>
        <p:nvPicPr>
          <p:cNvPr id="58" name="Image 54" descr="preencoded.png">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16002794" y="6184702"/>
            <a:ext cx="303510" cy="303510"/>
          </a:xfrm>
          <a:prstGeom prst="rect">
            <a:avLst/>
          </a:prstGeom>
        </p:spPr>
      </p:pic>
      <p:pic>
        <p:nvPicPr>
          <p:cNvPr id="59" name="Image 55" descr="preencoded.png">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15481995" y="6432947"/>
            <a:ext cx="924123" cy="569615"/>
          </a:xfrm>
          <a:prstGeom prst="rect">
            <a:avLst/>
          </a:prstGeom>
        </p:spPr>
      </p:pic>
      <p:pic>
        <p:nvPicPr>
          <p:cNvPr id="60" name="Image 56" descr="preencoded.png">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15454511" y="6072585"/>
            <a:ext cx="976809" cy="957163"/>
          </a:xfrm>
          <a:prstGeom prst="rect">
            <a:avLst/>
          </a:prstGeom>
        </p:spPr>
      </p:pic>
      <p:pic>
        <p:nvPicPr>
          <p:cNvPr id="61" name="Image 57" descr="preencoded.png">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15439629" y="6057602"/>
            <a:ext cx="1006277" cy="987227"/>
          </a:xfrm>
          <a:prstGeom prst="rect">
            <a:avLst/>
          </a:prstGeom>
        </p:spPr>
      </p:pic>
      <p:pic>
        <p:nvPicPr>
          <p:cNvPr id="62" name="Image 58" descr="preencoded.png">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13832582" y="5113734"/>
            <a:ext cx="756741" cy="73223"/>
          </a:xfrm>
          <a:prstGeom prst="rect">
            <a:avLst/>
          </a:prstGeom>
        </p:spPr>
      </p:pic>
      <p:pic>
        <p:nvPicPr>
          <p:cNvPr id="63" name="Image 59" descr="preencoded.png">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13878818" y="5346006"/>
            <a:ext cx="700881" cy="73223"/>
          </a:xfrm>
          <a:prstGeom prst="rect">
            <a:avLst/>
          </a:prstGeom>
        </p:spPr>
      </p:pic>
      <p:pic>
        <p:nvPicPr>
          <p:cNvPr id="64" name="Image 60" descr="preencoded.png">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13934679" y="5569347"/>
            <a:ext cx="651768" cy="73223"/>
          </a:xfrm>
          <a:prstGeom prst="rect">
            <a:avLst/>
          </a:prstGeom>
        </p:spPr>
      </p:pic>
      <p:pic>
        <p:nvPicPr>
          <p:cNvPr id="65" name="Image 61" descr="preencoded.png">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13990539" y="5792788"/>
            <a:ext cx="586383" cy="73223"/>
          </a:xfrm>
          <a:prstGeom prst="rect">
            <a:avLst/>
          </a:prstGeom>
        </p:spPr>
      </p:pic>
      <p:pic>
        <p:nvPicPr>
          <p:cNvPr id="66" name="Image 62" descr="preencoded.png">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15051584" y="5113734"/>
            <a:ext cx="586383" cy="73223"/>
          </a:xfrm>
          <a:prstGeom prst="rect">
            <a:avLst/>
          </a:prstGeom>
        </p:spPr>
      </p:pic>
      <p:pic>
        <p:nvPicPr>
          <p:cNvPr id="67" name="Image 63" descr="preencoded.png">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15051584" y="5318026"/>
            <a:ext cx="1005185" cy="73223"/>
          </a:xfrm>
          <a:prstGeom prst="rect">
            <a:avLst/>
          </a:prstGeom>
        </p:spPr>
      </p:pic>
      <p:pic>
        <p:nvPicPr>
          <p:cNvPr id="68" name="Image 64" descr="preencoded.png">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15051584" y="5541466"/>
            <a:ext cx="1172766" cy="73223"/>
          </a:xfrm>
          <a:prstGeom prst="rect">
            <a:avLst/>
          </a:prstGeom>
        </p:spPr>
      </p:pic>
      <p:pic>
        <p:nvPicPr>
          <p:cNvPr id="69" name="Image 65" descr="preencoded.png">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15051584" y="5764808"/>
            <a:ext cx="809724" cy="73223"/>
          </a:xfrm>
          <a:prstGeom prst="rect">
            <a:avLst/>
          </a:prstGeom>
        </p:spPr>
      </p:pic>
      <p:pic>
        <p:nvPicPr>
          <p:cNvPr id="70" name="Image 66" descr="preencoded.png">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15693827" y="5113734"/>
            <a:ext cx="698004" cy="73223"/>
          </a:xfrm>
          <a:prstGeom prst="rect">
            <a:avLst/>
          </a:prstGeom>
        </p:spPr>
      </p:pic>
      <p:pic>
        <p:nvPicPr>
          <p:cNvPr id="71" name="Image 67" descr="preencoded.png">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14645278" y="5113790"/>
            <a:ext cx="335062" cy="73223"/>
          </a:xfrm>
          <a:prstGeom prst="rect">
            <a:avLst/>
          </a:prstGeom>
        </p:spPr>
      </p:pic>
      <p:pic>
        <p:nvPicPr>
          <p:cNvPr id="72" name="Image 68" descr="preencoded.png">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14645278" y="5337170"/>
            <a:ext cx="335062" cy="73223"/>
          </a:xfrm>
          <a:prstGeom prst="rect">
            <a:avLst/>
          </a:prstGeom>
        </p:spPr>
      </p:pic>
      <p:pic>
        <p:nvPicPr>
          <p:cNvPr id="73" name="Image 69" descr="preencoded.png">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14645278" y="5560559"/>
            <a:ext cx="335062" cy="73223"/>
          </a:xfrm>
          <a:prstGeom prst="rect">
            <a:avLst/>
          </a:prstGeom>
        </p:spPr>
      </p:pic>
      <p:pic>
        <p:nvPicPr>
          <p:cNvPr id="74" name="Image 70" descr="preencoded.png">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14645278" y="5783940"/>
            <a:ext cx="335062" cy="73223"/>
          </a:xfrm>
          <a:prstGeom prst="rect">
            <a:avLst/>
          </a:prstGeom>
        </p:spPr>
      </p:pic>
      <p:pic>
        <p:nvPicPr>
          <p:cNvPr id="75" name="Image 71" descr="preencoded.png">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11456491" y="3338910"/>
            <a:ext cx="5340648" cy="432594"/>
          </a:xfrm>
          <a:prstGeom prst="rect">
            <a:avLst/>
          </a:prstGeom>
        </p:spPr>
      </p:pic>
      <p:pic>
        <p:nvPicPr>
          <p:cNvPr id="76" name="Image 72" descr="preencoded.png">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13678000" y="3223915"/>
            <a:ext cx="814586" cy="816471"/>
          </a:xfrm>
          <a:prstGeom prst="rect">
            <a:avLst/>
          </a:prstGeom>
        </p:spPr>
      </p:pic>
      <p:sp>
        <p:nvSpPr>
          <p:cNvPr id="77" name="Shape 2"/>
          <p:cNvSpPr/>
          <p:nvPr/>
        </p:nvSpPr>
        <p:spPr>
          <a:xfrm>
            <a:off x="11198325" y="3624759"/>
            <a:ext cx="4559102" cy="600968"/>
          </a:xfrm>
          <a:prstGeom prst="rect">
            <a:avLst/>
          </a:prstGeom>
          <a:ln/>
          <a:effectLst>
            <a:outerShdw sx="100000" sy="100000" kx="0" ky="0" algn="bl" rotWithShape="0" blurRad="1082326" dist="2540000" dir="2400000">
              <a:srgbClr val="000014">
                <a:alpha val="1000"/>
              </a:srgbClr>
            </a:outerShdw>
          </a:effectLst>
        </p:spPr>
      </p:sp>
      <p:pic>
        <p:nvPicPr>
          <p:cNvPr id="78" name="Image 73" descr="preencoded.png">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11198325" y="3624759"/>
            <a:ext cx="4559102" cy="600968"/>
          </a:xfrm>
          <a:prstGeom prst="rect">
            <a:avLst/>
          </a:prstGeom>
        </p:spPr>
      </p:pic>
      <p:pic>
        <p:nvPicPr>
          <p:cNvPr id="79" name="Image 74" descr="preencoded.png">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15278695" y="3739952"/>
            <a:ext cx="335359" cy="335260"/>
          </a:xfrm>
          <a:prstGeom prst="rect">
            <a:avLst/>
          </a:prstGeom>
        </p:spPr>
      </p:pic>
      <p:pic>
        <p:nvPicPr>
          <p:cNvPr id="80" name="Image 75" descr="preencoded.png">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15545395" y="3985915"/>
            <a:ext cx="113010" cy="98921"/>
          </a:xfrm>
          <a:prstGeom prst="rect">
            <a:avLst/>
          </a:prstGeom>
        </p:spPr>
      </p:pic>
      <p:pic>
        <p:nvPicPr>
          <p:cNvPr id="81" name="Image 76" descr="preencoded.png">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13775929" y="4590951"/>
            <a:ext cx="2445246" cy="368895"/>
          </a:xfrm>
          <a:prstGeom prst="rect">
            <a:avLst/>
          </a:prstGeom>
        </p:spPr>
      </p:pic>
      <p:pic>
        <p:nvPicPr>
          <p:cNvPr id="82" name="Image 77" descr="preencoded.png">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10325100" y="3881735"/>
            <a:ext cx="1122363" cy="1077615"/>
          </a:xfrm>
          <a:prstGeom prst="rect">
            <a:avLst/>
          </a:prstGeom>
        </p:spPr>
      </p:pic>
      <p:pic>
        <p:nvPicPr>
          <p:cNvPr id="83" name="Image 78" descr="preencoded.png">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10580589" y="4243785"/>
            <a:ext cx="191691" cy="254099"/>
          </a:xfrm>
          <a:prstGeom prst="rect">
            <a:avLst/>
          </a:prstGeom>
        </p:spPr>
      </p:pic>
      <p:pic>
        <p:nvPicPr>
          <p:cNvPr id="84" name="Image 79" descr="preencoded.png">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11016953" y="4225032"/>
            <a:ext cx="190996" cy="256480"/>
          </a:xfrm>
          <a:prstGeom prst="rect">
            <a:avLst/>
          </a:prstGeom>
        </p:spPr>
      </p:pic>
      <p:pic>
        <p:nvPicPr>
          <p:cNvPr id="85" name="Image 80" descr="preencoded.png">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10826651" y="4142780"/>
            <a:ext cx="136029" cy="455910"/>
          </a:xfrm>
          <a:prstGeom prst="rect">
            <a:avLst/>
          </a:prstGeom>
        </p:spPr>
      </p:pic>
      <p:pic>
        <p:nvPicPr>
          <p:cNvPr id="86" name="Image 81" descr="preencoded.png">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12409587" y="4730750"/>
            <a:ext cx="1600498" cy="1844973"/>
          </a:xfrm>
          <a:prstGeom prst="rect">
            <a:avLst/>
          </a:prstGeom>
        </p:spPr>
      </p:pic>
      <p:pic>
        <p:nvPicPr>
          <p:cNvPr id="87" name="Image 82" descr="preencoded.png">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11839873" y="4741366"/>
            <a:ext cx="1296888" cy="1266825"/>
          </a:xfrm>
          <a:prstGeom prst="rect">
            <a:avLst/>
          </a:prstGeom>
        </p:spPr>
      </p:pic>
      <p:pic>
        <p:nvPicPr>
          <p:cNvPr id="88" name="Image 83" descr="preencoded.png">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12579846" y="4867275"/>
            <a:ext cx="424855" cy="424855"/>
          </a:xfrm>
          <a:prstGeom prst="rect">
            <a:avLst/>
          </a:prstGeom>
        </p:spPr>
      </p:pic>
      <p:pic>
        <p:nvPicPr>
          <p:cNvPr id="89" name="Image 84" descr="preencoded.png">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11839873" y="5198468"/>
            <a:ext cx="1295202" cy="809625"/>
          </a:xfrm>
          <a:prstGeom prst="rect">
            <a:avLst/>
          </a:prstGeom>
        </p:spPr>
      </p:pic>
      <p:pic>
        <p:nvPicPr>
          <p:cNvPr id="90" name="Image 85" descr="preencoded.png">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11801773" y="4697413"/>
            <a:ext cx="1373088" cy="1350466"/>
          </a:xfrm>
          <a:prstGeom prst="rect">
            <a:avLst/>
          </a:prstGeom>
        </p:spPr>
      </p:pic>
      <p:pic>
        <p:nvPicPr>
          <p:cNvPr id="91" name="Image 86" descr="preencoded.png">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11786890" y="4682331"/>
            <a:ext cx="1403152" cy="1380629"/>
          </a:xfrm>
          <a:prstGeom prst="rect">
            <a:avLst/>
          </a:prstGeom>
        </p:spPr>
      </p:pic>
      <p:pic>
        <p:nvPicPr>
          <p:cNvPr id="92" name="Image 87" descr="preencoded.png">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13093403" y="5290046"/>
            <a:ext cx="571202" cy="631627"/>
          </a:xfrm>
          <a:prstGeom prst="rect">
            <a:avLst/>
          </a:prstGeom>
        </p:spPr>
      </p:pic>
      <p:pic>
        <p:nvPicPr>
          <p:cNvPr id="93" name="Image 88" descr="preencoded.png">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13080009" y="5285086"/>
            <a:ext cx="523577" cy="537468"/>
          </a:xfrm>
          <a:prstGeom prst="rect">
            <a:avLst/>
          </a:prstGeom>
        </p:spPr>
      </p:pic>
      <p:pic>
        <p:nvPicPr>
          <p:cNvPr id="94" name="Image 89" descr="preencoded.png">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13112453" y="5301457"/>
            <a:ext cx="246658" cy="142180"/>
          </a:xfrm>
          <a:prstGeom prst="rect">
            <a:avLst/>
          </a:prstGeom>
        </p:spPr>
      </p:pic>
      <p:pic>
        <p:nvPicPr>
          <p:cNvPr id="95" name="Image 90" descr="preencoded.png">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13315157" y="6038652"/>
            <a:ext cx="3672384" cy="2813645"/>
          </a:xfrm>
          <a:prstGeom prst="rect">
            <a:avLst/>
          </a:prstGeom>
        </p:spPr>
      </p:pic>
      <p:pic>
        <p:nvPicPr>
          <p:cNvPr id="96" name="Image 91" descr="preencoded.png">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14402395" y="7241878"/>
            <a:ext cx="1679773" cy="1612206"/>
          </a:xfrm>
          <a:prstGeom prst="rect">
            <a:avLst/>
          </a:prstGeom>
        </p:spPr>
      </p:pic>
      <p:pic>
        <p:nvPicPr>
          <p:cNvPr id="97" name="Image 92" descr="preencoded.png">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15131554" y="7241878"/>
            <a:ext cx="612477" cy="1612206"/>
          </a:xfrm>
          <a:prstGeom prst="rect">
            <a:avLst/>
          </a:prstGeom>
        </p:spPr>
      </p:pic>
      <p:pic>
        <p:nvPicPr>
          <p:cNvPr id="98" name="Image 93" descr="preencoded.png">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13454261" y="5893197"/>
            <a:ext cx="650081" cy="470297"/>
          </a:xfrm>
          <a:prstGeom prst="rect">
            <a:avLst/>
          </a:prstGeom>
        </p:spPr>
      </p:pic>
      <p:pic>
        <p:nvPicPr>
          <p:cNvPr id="99" name="Image 94" descr="preencoded.png">    </p:cNvPr>
          <p:cNvPicPr>
            <a:picLocks noChangeAspect="1"/>
          </p:cNvPicPr>
          <p:nvPr/>
        </p:nvPicPr>
        <p:blipFill>
          <a:blip r:embed="rId188">
            <a:extLst>
              <a:ext uri="{96DAC541-7B7A-43D3-8B79-37D633B846F1}">
                <asvg:svgBlip xmlns:asvg="http://schemas.microsoft.com/office/drawing/2016/SVG/main" r:embed="rId189"/>
              </a:ext>
            </a:extLst>
          </a:blip>
          <a:stretch>
            <a:fillRect/>
          </a:stretch>
        </p:blipFill>
        <p:spPr>
          <a:xfrm>
            <a:off x="14785678" y="7421067"/>
            <a:ext cx="323850" cy="872133"/>
          </a:xfrm>
          <a:prstGeom prst="rect">
            <a:avLst/>
          </a:prstGeom>
        </p:spPr>
      </p:pic>
      <p:pic>
        <p:nvPicPr>
          <p:cNvPr id="100" name="Image 95" descr="preencoded.png">    </p:cNvPr>
          <p:cNvPicPr>
            <a:picLocks noChangeAspect="1"/>
          </p:cNvPicPr>
          <p:nvPr/>
        </p:nvPicPr>
        <p:blipFill>
          <a:blip r:embed="rId190">
            <a:extLst>
              <a:ext uri="{96DAC541-7B7A-43D3-8B79-37D633B846F1}">
                <asvg:svgBlip xmlns:asvg="http://schemas.microsoft.com/office/drawing/2016/SVG/main" r:embed="rId191"/>
              </a:ext>
            </a:extLst>
          </a:blip>
          <a:stretch>
            <a:fillRect/>
          </a:stretch>
        </p:blipFill>
        <p:spPr>
          <a:xfrm>
            <a:off x="13362782" y="6339979"/>
            <a:ext cx="1152327" cy="1014611"/>
          </a:xfrm>
          <a:prstGeom prst="rect">
            <a:avLst/>
          </a:prstGeom>
        </p:spPr>
      </p:pic>
      <p:pic>
        <p:nvPicPr>
          <p:cNvPr id="101" name="Image 96" descr="preencoded.png">    </p:cNvPr>
          <p:cNvPicPr>
            <a:picLocks noChangeAspect="1"/>
          </p:cNvPicPr>
          <p:nvPr/>
        </p:nvPicPr>
        <p:blipFill>
          <a:blip r:embed="rId192">
            <a:extLst>
              <a:ext uri="{96DAC541-7B7A-43D3-8B79-37D633B846F1}">
                <asvg:svgBlip xmlns:asvg="http://schemas.microsoft.com/office/drawing/2016/SVG/main" r:embed="rId193"/>
              </a:ext>
            </a:extLst>
          </a:blip>
          <a:stretch>
            <a:fillRect/>
          </a:stretch>
        </p:blipFill>
        <p:spPr>
          <a:xfrm>
            <a:off x="13759160" y="7038479"/>
            <a:ext cx="1220986" cy="1206698"/>
          </a:xfrm>
          <a:prstGeom prst="rect">
            <a:avLst/>
          </a:prstGeom>
        </p:spPr>
      </p:pic>
      <p:pic>
        <p:nvPicPr>
          <p:cNvPr id="102" name="Image 97" descr="preencoded.png">    </p:cNvPr>
          <p:cNvPicPr>
            <a:picLocks noChangeAspect="1"/>
          </p:cNvPicPr>
          <p:nvPr/>
        </p:nvPicPr>
        <p:blipFill>
          <a:blip r:embed="rId194">
            <a:extLst>
              <a:ext uri="{96DAC541-7B7A-43D3-8B79-37D633B846F1}">
                <asvg:svgBlip xmlns:asvg="http://schemas.microsoft.com/office/drawing/2016/SVG/main" r:embed="rId195"/>
              </a:ext>
            </a:extLst>
          </a:blip>
          <a:stretch>
            <a:fillRect/>
          </a:stretch>
        </p:blipFill>
        <p:spPr>
          <a:xfrm>
            <a:off x="15974219" y="6538417"/>
            <a:ext cx="2404467" cy="3531989"/>
          </a:xfrm>
          <a:prstGeom prst="rect">
            <a:avLst/>
          </a:prstGeom>
        </p:spPr>
      </p:pic>
      <p:pic>
        <p:nvPicPr>
          <p:cNvPr id="103" name="Image 98" descr="preencoded.png">    </p:cNvPr>
          <p:cNvPicPr>
            <a:picLocks noChangeAspect="1"/>
          </p:cNvPicPr>
          <p:nvPr/>
        </p:nvPicPr>
        <p:blipFill>
          <a:blip r:embed="rId196">
            <a:extLst>
              <a:ext uri="{96DAC541-7B7A-43D3-8B79-37D633B846F1}">
                <asvg:svgBlip xmlns:asvg="http://schemas.microsoft.com/office/drawing/2016/SVG/main" r:embed="rId197"/>
              </a:ext>
            </a:extLst>
          </a:blip>
          <a:stretch>
            <a:fillRect/>
          </a:stretch>
        </p:blipFill>
        <p:spPr>
          <a:xfrm>
            <a:off x="15797213" y="6589514"/>
            <a:ext cx="1066800" cy="3589437"/>
          </a:xfrm>
          <a:prstGeom prst="rect">
            <a:avLst/>
          </a:prstGeom>
        </p:spPr>
      </p:pic>
      <p:pic>
        <p:nvPicPr>
          <p:cNvPr id="104" name="Image 99" descr="preencoded.png">    </p:cNvPr>
          <p:cNvPicPr>
            <a:picLocks noChangeAspect="1"/>
          </p:cNvPicPr>
          <p:nvPr/>
        </p:nvPicPr>
        <p:blipFill>
          <a:blip r:embed="rId198">
            <a:extLst>
              <a:ext uri="{96DAC541-7B7A-43D3-8B79-37D633B846F1}">
                <asvg:svgBlip xmlns:asvg="http://schemas.microsoft.com/office/drawing/2016/SVG/main" r:embed="rId199"/>
              </a:ext>
            </a:extLst>
          </a:blip>
          <a:stretch>
            <a:fillRect/>
          </a:stretch>
        </p:blipFill>
        <p:spPr>
          <a:xfrm>
            <a:off x="17529771" y="6589216"/>
            <a:ext cx="1627287" cy="3713956"/>
          </a:xfrm>
          <a:prstGeom prst="rect">
            <a:avLst/>
          </a:prstGeom>
        </p:spPr>
      </p:pic>
      <p:pic>
        <p:nvPicPr>
          <p:cNvPr id="105" name="Image 100" descr="preencoded.png">    </p:cNvPr>
          <p:cNvPicPr>
            <a:picLocks noChangeAspect="1"/>
          </p:cNvPicPr>
          <p:nvPr/>
        </p:nvPicPr>
        <p:blipFill>
          <a:blip r:embed="rId200">
            <a:extLst>
              <a:ext uri="{96DAC541-7B7A-43D3-8B79-37D633B846F1}">
                <asvg:svgBlip xmlns:asvg="http://schemas.microsoft.com/office/drawing/2016/SVG/main" r:embed="rId201"/>
              </a:ext>
            </a:extLst>
          </a:blip>
          <a:stretch>
            <a:fillRect/>
          </a:stretch>
        </p:blipFill>
        <p:spPr>
          <a:xfrm>
            <a:off x="17529572" y="6571059"/>
            <a:ext cx="324743" cy="2317254"/>
          </a:xfrm>
          <a:prstGeom prst="rect">
            <a:avLst/>
          </a:prstGeom>
        </p:spPr>
      </p:pic>
      <p:pic>
        <p:nvPicPr>
          <p:cNvPr id="106" name="Image 101" descr="preencoded.png">    </p:cNvPr>
          <p:cNvPicPr>
            <a:picLocks noChangeAspect="1"/>
          </p:cNvPicPr>
          <p:nvPr/>
        </p:nvPicPr>
        <p:blipFill>
          <a:blip r:embed="rId202">
            <a:extLst>
              <a:ext uri="{96DAC541-7B7A-43D3-8B79-37D633B846F1}">
                <asvg:svgBlip xmlns:asvg="http://schemas.microsoft.com/office/drawing/2016/SVG/main" r:embed="rId203"/>
              </a:ext>
            </a:extLst>
          </a:blip>
          <a:stretch>
            <a:fillRect/>
          </a:stretch>
        </p:blipFill>
        <p:spPr>
          <a:xfrm>
            <a:off x="15059819" y="8223746"/>
            <a:ext cx="1804095" cy="1104702"/>
          </a:xfrm>
          <a:prstGeom prst="rect">
            <a:avLst/>
          </a:prstGeom>
        </p:spPr>
      </p:pic>
      <p:pic>
        <p:nvPicPr>
          <p:cNvPr id="107" name="Image 102" descr="preencoded.png">    </p:cNvPr>
          <p:cNvPicPr>
            <a:picLocks noChangeAspect="1"/>
          </p:cNvPicPr>
          <p:nvPr/>
        </p:nvPicPr>
        <p:blipFill>
          <a:blip r:embed="rId204">
            <a:extLst>
              <a:ext uri="{96DAC541-7B7A-43D3-8B79-37D633B846F1}">
                <asvg:svgBlip xmlns:asvg="http://schemas.microsoft.com/office/drawing/2016/SVG/main" r:embed="rId205"/>
              </a:ext>
            </a:extLst>
          </a:blip>
          <a:stretch>
            <a:fillRect/>
          </a:stretch>
        </p:blipFill>
        <p:spPr>
          <a:xfrm>
            <a:off x="15716449" y="8835232"/>
            <a:ext cx="267097" cy="309563"/>
          </a:xfrm>
          <a:prstGeom prst="rect">
            <a:avLst/>
          </a:prstGeom>
        </p:spPr>
      </p:pic>
      <p:pic>
        <p:nvPicPr>
          <p:cNvPr id="108" name="Image 103" descr="preencoded.png">    </p:cNvPr>
          <p:cNvPicPr>
            <a:picLocks noChangeAspect="1"/>
          </p:cNvPicPr>
          <p:nvPr/>
        </p:nvPicPr>
        <p:blipFill>
          <a:blip r:embed="rId206">
            <a:extLst>
              <a:ext uri="{96DAC541-7B7A-43D3-8B79-37D633B846F1}">
                <asvg:svgBlip xmlns:asvg="http://schemas.microsoft.com/office/drawing/2016/SVG/main" r:embed="rId207"/>
              </a:ext>
            </a:extLst>
          </a:blip>
          <a:stretch>
            <a:fillRect/>
          </a:stretch>
        </p:blipFill>
        <p:spPr>
          <a:xfrm>
            <a:off x="15497573" y="8634016"/>
            <a:ext cx="334466" cy="459581"/>
          </a:xfrm>
          <a:prstGeom prst="rect">
            <a:avLst/>
          </a:prstGeom>
        </p:spPr>
      </p:pic>
      <p:pic>
        <p:nvPicPr>
          <p:cNvPr id="109" name="Image 104" descr="preencoded.png">    </p:cNvPr>
          <p:cNvPicPr>
            <a:picLocks noChangeAspect="1"/>
          </p:cNvPicPr>
          <p:nvPr/>
        </p:nvPicPr>
        <p:blipFill>
          <a:blip r:embed="rId208">
            <a:extLst>
              <a:ext uri="{96DAC541-7B7A-43D3-8B79-37D633B846F1}">
                <asvg:svgBlip xmlns:asvg="http://schemas.microsoft.com/office/drawing/2016/SVG/main" r:embed="rId209"/>
              </a:ext>
            </a:extLst>
          </a:blip>
          <a:stretch>
            <a:fillRect/>
          </a:stretch>
        </p:blipFill>
        <p:spPr>
          <a:xfrm>
            <a:off x="15531009" y="8398173"/>
            <a:ext cx="262434" cy="165199"/>
          </a:xfrm>
          <a:prstGeom prst="rect">
            <a:avLst/>
          </a:prstGeom>
        </p:spPr>
      </p:pic>
      <p:pic>
        <p:nvPicPr>
          <p:cNvPr id="110" name="Image 105" descr="preencoded.png">    </p:cNvPr>
          <p:cNvPicPr>
            <a:picLocks noChangeAspect="1"/>
          </p:cNvPicPr>
          <p:nvPr/>
        </p:nvPicPr>
        <p:blipFill>
          <a:blip r:embed="rId210">
            <a:extLst>
              <a:ext uri="{96DAC541-7B7A-43D3-8B79-37D633B846F1}">
                <asvg:svgBlip xmlns:asvg="http://schemas.microsoft.com/office/drawing/2016/SVG/main" r:embed="rId211"/>
              </a:ext>
            </a:extLst>
          </a:blip>
          <a:stretch>
            <a:fillRect/>
          </a:stretch>
        </p:blipFill>
        <p:spPr>
          <a:xfrm>
            <a:off x="15080953" y="8367316"/>
            <a:ext cx="95746" cy="172839"/>
          </a:xfrm>
          <a:prstGeom prst="rect">
            <a:avLst/>
          </a:prstGeom>
        </p:spPr>
      </p:pic>
      <p:pic>
        <p:nvPicPr>
          <p:cNvPr id="111" name="Image 106" descr="preencoded.png">    </p:cNvPr>
          <p:cNvPicPr>
            <a:picLocks noChangeAspect="1"/>
          </p:cNvPicPr>
          <p:nvPr/>
        </p:nvPicPr>
        <p:blipFill>
          <a:blip r:embed="rId212">
            <a:extLst>
              <a:ext uri="{96DAC541-7B7A-43D3-8B79-37D633B846F1}">
                <asvg:svgBlip xmlns:asvg="http://schemas.microsoft.com/office/drawing/2016/SVG/main" r:embed="rId213"/>
              </a:ext>
            </a:extLst>
          </a:blip>
          <a:stretch>
            <a:fillRect/>
          </a:stretch>
        </p:blipFill>
        <p:spPr>
          <a:xfrm>
            <a:off x="15306080" y="8883551"/>
            <a:ext cx="116979" cy="204490"/>
          </a:xfrm>
          <a:prstGeom prst="rect">
            <a:avLst/>
          </a:prstGeom>
        </p:spPr>
      </p:pic>
      <p:pic>
        <p:nvPicPr>
          <p:cNvPr id="112" name="Image 107" descr="preencoded.png">    </p:cNvPr>
          <p:cNvPicPr>
            <a:picLocks noChangeAspect="1"/>
          </p:cNvPicPr>
          <p:nvPr/>
        </p:nvPicPr>
        <p:blipFill>
          <a:blip r:embed="rId214">
            <a:extLst>
              <a:ext uri="{96DAC541-7B7A-43D3-8B79-37D633B846F1}">
                <asvg:svgBlip xmlns:asvg="http://schemas.microsoft.com/office/drawing/2016/SVG/main" r:embed="rId215"/>
              </a:ext>
            </a:extLst>
          </a:blip>
          <a:stretch>
            <a:fillRect/>
          </a:stretch>
        </p:blipFill>
        <p:spPr>
          <a:xfrm>
            <a:off x="15512753" y="8988425"/>
            <a:ext cx="137815" cy="159941"/>
          </a:xfrm>
          <a:prstGeom prst="rect">
            <a:avLst/>
          </a:prstGeom>
        </p:spPr>
      </p:pic>
      <p:pic>
        <p:nvPicPr>
          <p:cNvPr id="113" name="Image 108" descr="preencoded.png">    </p:cNvPr>
          <p:cNvPicPr>
            <a:picLocks noChangeAspect="1"/>
          </p:cNvPicPr>
          <p:nvPr/>
        </p:nvPicPr>
        <p:blipFill>
          <a:blip r:embed="rId216">
            <a:extLst>
              <a:ext uri="{96DAC541-7B7A-43D3-8B79-37D633B846F1}">
                <asvg:svgBlip xmlns:asvg="http://schemas.microsoft.com/office/drawing/2016/SVG/main" r:embed="rId217"/>
              </a:ext>
            </a:extLst>
          </a:blip>
          <a:stretch>
            <a:fillRect/>
          </a:stretch>
        </p:blipFill>
        <p:spPr>
          <a:xfrm>
            <a:off x="15731728" y="9065121"/>
            <a:ext cx="129480" cy="165993"/>
          </a:xfrm>
          <a:prstGeom prst="rect">
            <a:avLst/>
          </a:prstGeom>
        </p:spPr>
      </p:pic>
      <p:pic>
        <p:nvPicPr>
          <p:cNvPr id="114" name="Image 109" descr="preencoded.png">    </p:cNvPr>
          <p:cNvPicPr>
            <a:picLocks noChangeAspect="1"/>
          </p:cNvPicPr>
          <p:nvPr/>
        </p:nvPicPr>
        <p:blipFill>
          <a:blip r:embed="rId218">
            <a:extLst>
              <a:ext uri="{96DAC541-7B7A-43D3-8B79-37D633B846F1}">
                <asvg:svgBlip xmlns:asvg="http://schemas.microsoft.com/office/drawing/2016/SVG/main" r:embed="rId219"/>
              </a:ext>
            </a:extLst>
          </a:blip>
          <a:stretch>
            <a:fillRect/>
          </a:stretch>
        </p:blipFill>
        <p:spPr>
          <a:xfrm>
            <a:off x="16599694" y="7181850"/>
            <a:ext cx="2788047" cy="3121124"/>
          </a:xfrm>
          <a:prstGeom prst="rect">
            <a:avLst/>
          </a:prstGeom>
        </p:spPr>
      </p:pic>
      <p:pic>
        <p:nvPicPr>
          <p:cNvPr id="115" name="Image 110" descr="preencoded.png">    </p:cNvPr>
          <p:cNvPicPr>
            <a:picLocks noChangeAspect="1"/>
          </p:cNvPicPr>
          <p:nvPr/>
        </p:nvPicPr>
        <p:blipFill>
          <a:blip r:embed="rId220">
            <a:extLst>
              <a:ext uri="{96DAC541-7B7A-43D3-8B79-37D633B846F1}">
                <asvg:svgBlip xmlns:asvg="http://schemas.microsoft.com/office/drawing/2016/SVG/main" r:embed="rId221"/>
              </a:ext>
            </a:extLst>
          </a:blip>
          <a:stretch>
            <a:fillRect/>
          </a:stretch>
        </p:blipFill>
        <p:spPr>
          <a:xfrm>
            <a:off x="17942421" y="7501235"/>
            <a:ext cx="620117" cy="1634728"/>
          </a:xfrm>
          <a:prstGeom prst="rect">
            <a:avLst/>
          </a:prstGeom>
        </p:spPr>
      </p:pic>
      <p:pic>
        <p:nvPicPr>
          <p:cNvPr id="116" name="Image 111" descr="preencoded.png">    </p:cNvPr>
          <p:cNvPicPr>
            <a:picLocks noChangeAspect="1"/>
          </p:cNvPicPr>
          <p:nvPr/>
        </p:nvPicPr>
        <p:blipFill>
          <a:blip r:embed="rId222">
            <a:extLst>
              <a:ext uri="{96DAC541-7B7A-43D3-8B79-37D633B846F1}">
                <asvg:svgBlip xmlns:asvg="http://schemas.microsoft.com/office/drawing/2016/SVG/main" r:embed="rId223"/>
              </a:ext>
            </a:extLst>
          </a:blip>
          <a:stretch>
            <a:fillRect/>
          </a:stretch>
        </p:blipFill>
        <p:spPr>
          <a:xfrm>
            <a:off x="17115731" y="8871149"/>
            <a:ext cx="691356" cy="1043384"/>
          </a:xfrm>
          <a:prstGeom prst="rect">
            <a:avLst/>
          </a:prstGeom>
        </p:spPr>
      </p:pic>
      <p:pic>
        <p:nvPicPr>
          <p:cNvPr id="117" name="Image 112" descr="preencoded.png">    </p:cNvPr>
          <p:cNvPicPr>
            <a:picLocks noChangeAspect="1"/>
          </p:cNvPicPr>
          <p:nvPr/>
        </p:nvPicPr>
        <p:blipFill>
          <a:blip r:embed="rId224">
            <a:extLst>
              <a:ext uri="{96DAC541-7B7A-43D3-8B79-37D633B846F1}">
                <asvg:svgBlip xmlns:asvg="http://schemas.microsoft.com/office/drawing/2016/SVG/main" r:embed="rId225"/>
              </a:ext>
            </a:extLst>
          </a:blip>
          <a:stretch>
            <a:fillRect/>
          </a:stretch>
        </p:blipFill>
        <p:spPr>
          <a:xfrm>
            <a:off x="18066445" y="9147274"/>
            <a:ext cx="474762" cy="1145977"/>
          </a:xfrm>
          <a:prstGeom prst="rect">
            <a:avLst/>
          </a:prstGeom>
        </p:spPr>
      </p:pic>
      <p:pic>
        <p:nvPicPr>
          <p:cNvPr id="118" name="Image 113" descr="preencoded.png">    </p:cNvPr>
          <p:cNvPicPr>
            <a:picLocks noChangeAspect="1"/>
          </p:cNvPicPr>
          <p:nvPr/>
        </p:nvPicPr>
        <p:blipFill>
          <a:blip r:embed="rId226">
            <a:extLst>
              <a:ext uri="{96DAC541-7B7A-43D3-8B79-37D633B846F1}">
                <asvg:svgBlip xmlns:asvg="http://schemas.microsoft.com/office/drawing/2016/SVG/main" r:embed="rId227"/>
              </a:ext>
            </a:extLst>
          </a:blip>
          <a:stretch>
            <a:fillRect/>
          </a:stretch>
        </p:blipFill>
        <p:spPr>
          <a:xfrm>
            <a:off x="17141925" y="9530557"/>
            <a:ext cx="2142034" cy="769441"/>
          </a:xfrm>
          <a:prstGeom prst="rect">
            <a:avLst/>
          </a:prstGeom>
        </p:spPr>
      </p:pic>
      <p:pic>
        <p:nvPicPr>
          <p:cNvPr id="119" name="Image 114" descr="preencoded.png">    </p:cNvPr>
          <p:cNvPicPr>
            <a:picLocks noChangeAspect="1"/>
          </p:cNvPicPr>
          <p:nvPr/>
        </p:nvPicPr>
        <p:blipFill>
          <a:blip r:embed="rId228">
            <a:extLst>
              <a:ext uri="{96DAC541-7B7A-43D3-8B79-37D633B846F1}">
                <asvg:svgBlip xmlns:asvg="http://schemas.microsoft.com/office/drawing/2016/SVG/main" r:embed="rId229"/>
              </a:ext>
            </a:extLst>
          </a:blip>
          <a:stretch>
            <a:fillRect/>
          </a:stretch>
        </p:blipFill>
        <p:spPr>
          <a:xfrm>
            <a:off x="17975759" y="8894465"/>
            <a:ext cx="594420" cy="278606"/>
          </a:xfrm>
          <a:prstGeom prst="rect">
            <a:avLst/>
          </a:prstGeom>
        </p:spPr>
      </p:pic>
      <p:pic>
        <p:nvPicPr>
          <p:cNvPr id="120" name="Image 115" descr="preencoded.png">    </p:cNvPr>
          <p:cNvPicPr>
            <a:picLocks noChangeAspect="1"/>
          </p:cNvPicPr>
          <p:nvPr/>
        </p:nvPicPr>
        <p:blipFill>
          <a:blip r:embed="rId230">
            <a:extLst>
              <a:ext uri="{96DAC541-7B7A-43D3-8B79-37D633B846F1}">
                <asvg:svgBlip xmlns:asvg="http://schemas.microsoft.com/office/drawing/2016/SVG/main" r:embed="rId231"/>
              </a:ext>
            </a:extLst>
          </a:blip>
          <a:stretch>
            <a:fillRect/>
          </a:stretch>
        </p:blipFill>
        <p:spPr>
          <a:xfrm>
            <a:off x="16588680" y="9460905"/>
            <a:ext cx="2745879" cy="863798"/>
          </a:xfrm>
          <a:prstGeom prst="rect">
            <a:avLst/>
          </a:prstGeom>
        </p:spPr>
      </p:pic>
      <p:pic>
        <p:nvPicPr>
          <p:cNvPr id="121" name="Image 116" descr="preencoded.png">    </p:cNvPr>
          <p:cNvPicPr>
            <a:picLocks noChangeAspect="1"/>
          </p:cNvPicPr>
          <p:nvPr/>
        </p:nvPicPr>
        <p:blipFill>
          <a:blip r:embed="rId232">
            <a:extLst>
              <a:ext uri="{96DAC541-7B7A-43D3-8B79-37D633B846F1}">
                <asvg:svgBlip xmlns:asvg="http://schemas.microsoft.com/office/drawing/2016/SVG/main" r:embed="rId233"/>
              </a:ext>
            </a:extLst>
          </a:blip>
          <a:stretch>
            <a:fillRect/>
          </a:stretch>
        </p:blipFill>
        <p:spPr>
          <a:xfrm>
            <a:off x="18043922" y="7238702"/>
            <a:ext cx="646509" cy="719534"/>
          </a:xfrm>
          <a:prstGeom prst="rect">
            <a:avLst/>
          </a:prstGeom>
        </p:spPr>
      </p:pic>
      <p:pic>
        <p:nvPicPr>
          <p:cNvPr id="122" name="Image 117" descr="preencoded.png">    </p:cNvPr>
          <p:cNvPicPr>
            <a:picLocks noChangeAspect="1"/>
          </p:cNvPicPr>
          <p:nvPr/>
        </p:nvPicPr>
        <p:blipFill>
          <a:blip r:embed="rId234">
            <a:extLst>
              <a:ext uri="{96DAC541-7B7A-43D3-8B79-37D633B846F1}">
                <asvg:svgBlip xmlns:asvg="http://schemas.microsoft.com/office/drawing/2016/SVG/main" r:embed="rId235"/>
              </a:ext>
            </a:extLst>
          </a:blip>
          <a:stretch>
            <a:fillRect/>
          </a:stretch>
        </p:blipFill>
        <p:spPr>
          <a:xfrm>
            <a:off x="18078054" y="8708827"/>
            <a:ext cx="1311870" cy="663873"/>
          </a:xfrm>
          <a:prstGeom prst="rect">
            <a:avLst/>
          </a:prstGeom>
        </p:spPr>
      </p:pic>
      <p:pic>
        <p:nvPicPr>
          <p:cNvPr id="123" name="Image 118" descr="preencoded.png">    </p:cNvPr>
          <p:cNvPicPr>
            <a:picLocks noChangeAspect="1"/>
          </p:cNvPicPr>
          <p:nvPr/>
        </p:nvPicPr>
        <p:blipFill>
          <a:blip r:embed="rId236">
            <a:extLst>
              <a:ext uri="{96DAC541-7B7A-43D3-8B79-37D633B846F1}">
                <asvg:svgBlip xmlns:asvg="http://schemas.microsoft.com/office/drawing/2016/SVG/main" r:embed="rId237"/>
              </a:ext>
            </a:extLst>
          </a:blip>
          <a:stretch>
            <a:fillRect/>
          </a:stretch>
        </p:blipFill>
        <p:spPr>
          <a:xfrm>
            <a:off x="16580148" y="8761711"/>
            <a:ext cx="1917303" cy="737989"/>
          </a:xfrm>
          <a:prstGeom prst="rect">
            <a:avLst/>
          </a:prstGeom>
        </p:spPr>
      </p:pic>
      <p:pic>
        <p:nvPicPr>
          <p:cNvPr id="124" name="Image 119" descr="preencoded.png">    </p:cNvPr>
          <p:cNvPicPr>
            <a:picLocks noChangeAspect="1"/>
          </p:cNvPicPr>
          <p:nvPr/>
        </p:nvPicPr>
        <p:blipFill>
          <a:blip r:embed="rId238">
            <a:extLst>
              <a:ext uri="{96DAC541-7B7A-43D3-8B79-37D633B846F1}">
                <asvg:svgBlip xmlns:asvg="http://schemas.microsoft.com/office/drawing/2016/SVG/main" r:embed="rId239"/>
              </a:ext>
            </a:extLst>
          </a:blip>
          <a:stretch>
            <a:fillRect/>
          </a:stretch>
        </p:blipFill>
        <p:spPr>
          <a:xfrm>
            <a:off x="18002350" y="7839472"/>
            <a:ext cx="1112540" cy="575766"/>
          </a:xfrm>
          <a:prstGeom prst="rect">
            <a:avLst/>
          </a:prstGeom>
        </p:spPr>
      </p:pic>
      <p:pic>
        <p:nvPicPr>
          <p:cNvPr id="125" name="Image 120" descr="preencoded.png">    </p:cNvPr>
          <p:cNvPicPr>
            <a:picLocks noChangeAspect="1"/>
          </p:cNvPicPr>
          <p:nvPr/>
        </p:nvPicPr>
        <p:blipFill>
          <a:blip r:embed="rId240">
            <a:extLst>
              <a:ext uri="{96DAC541-7B7A-43D3-8B79-37D633B846F1}">
                <asvg:svgBlip xmlns:asvg="http://schemas.microsoft.com/office/drawing/2016/SVG/main" r:embed="rId241"/>
              </a:ext>
            </a:extLst>
          </a:blip>
          <a:stretch>
            <a:fillRect/>
          </a:stretch>
        </p:blipFill>
        <p:spPr>
          <a:xfrm>
            <a:off x="17960280" y="8115499"/>
            <a:ext cx="139105" cy="799703"/>
          </a:xfrm>
          <a:prstGeom prst="rect">
            <a:avLst/>
          </a:prstGeom>
        </p:spPr>
      </p:pic>
      <p:pic>
        <p:nvPicPr>
          <p:cNvPr id="126" name="Image 121" descr="preencoded.png">    </p:cNvPr>
          <p:cNvPicPr>
            <a:picLocks noChangeAspect="1"/>
          </p:cNvPicPr>
          <p:nvPr/>
        </p:nvPicPr>
        <p:blipFill>
          <a:blip r:embed="rId242">
            <a:extLst>
              <a:ext uri="{96DAC541-7B7A-43D3-8B79-37D633B846F1}">
                <asvg:svgBlip xmlns:asvg="http://schemas.microsoft.com/office/drawing/2016/SVG/main" r:embed="rId243"/>
              </a:ext>
            </a:extLst>
          </a:blip>
          <a:stretch>
            <a:fillRect/>
          </a:stretch>
        </p:blipFill>
        <p:spPr>
          <a:xfrm rot="10800000">
            <a:off x="16800633" y="6182234"/>
            <a:ext cx="950317" cy="970359"/>
          </a:xfrm>
          <a:prstGeom prst="rect">
            <a:avLst/>
          </a:prstGeom>
        </p:spPr>
      </p:pic>
      <p:pic>
        <p:nvPicPr>
          <p:cNvPr id="127" name="Image 122" descr="preencoded.png">    </p:cNvPr>
          <p:cNvPicPr>
            <a:picLocks noChangeAspect="1"/>
          </p:cNvPicPr>
          <p:nvPr/>
        </p:nvPicPr>
        <p:blipFill>
          <a:blip r:embed="rId244">
            <a:extLst>
              <a:ext uri="{96DAC541-7B7A-43D3-8B79-37D633B846F1}">
                <asvg:svgBlip xmlns:asvg="http://schemas.microsoft.com/office/drawing/2016/SVG/main" r:embed="rId245"/>
              </a:ext>
            </a:extLst>
          </a:blip>
          <a:stretch>
            <a:fillRect/>
          </a:stretch>
        </p:blipFill>
        <p:spPr>
          <a:xfrm rot="10800000">
            <a:off x="16801374" y="6497921"/>
            <a:ext cx="757932" cy="541139"/>
          </a:xfrm>
          <a:prstGeom prst="rect">
            <a:avLst/>
          </a:prstGeom>
        </p:spPr>
      </p:pic>
      <p:pic>
        <p:nvPicPr>
          <p:cNvPr id="128" name="Image 123" descr="preencoded.png">    </p:cNvPr>
          <p:cNvPicPr>
            <a:picLocks noChangeAspect="1"/>
          </p:cNvPicPr>
          <p:nvPr/>
        </p:nvPicPr>
        <p:blipFill>
          <a:blip r:embed="rId246">
            <a:extLst>
              <a:ext uri="{96DAC541-7B7A-43D3-8B79-37D633B846F1}">
                <asvg:svgBlip xmlns:asvg="http://schemas.microsoft.com/office/drawing/2016/SVG/main" r:embed="rId247"/>
              </a:ext>
            </a:extLst>
          </a:blip>
          <a:stretch>
            <a:fillRect/>
          </a:stretch>
        </p:blipFill>
        <p:spPr>
          <a:xfrm rot="-10062069">
            <a:off x="16165904" y="4596692"/>
            <a:ext cx="2417322" cy="2323554"/>
          </a:xfrm>
          <a:prstGeom prst="rect">
            <a:avLst/>
          </a:prstGeom>
        </p:spPr>
      </p:pic>
      <p:pic>
        <p:nvPicPr>
          <p:cNvPr id="129" name="Image 124" descr="preencoded.png">    </p:cNvPr>
          <p:cNvPicPr>
            <a:picLocks noChangeAspect="1"/>
          </p:cNvPicPr>
          <p:nvPr/>
        </p:nvPicPr>
        <p:blipFill>
          <a:blip r:embed="rId248">
            <a:extLst>
              <a:ext uri="{96DAC541-7B7A-43D3-8B79-37D633B846F1}">
                <asvg:svgBlip xmlns:asvg="http://schemas.microsoft.com/office/drawing/2016/SVG/main" r:embed="rId249"/>
              </a:ext>
            </a:extLst>
          </a:blip>
          <a:stretch>
            <a:fillRect/>
          </a:stretch>
        </p:blipFill>
        <p:spPr>
          <a:xfrm rot="737931">
            <a:off x="16745279" y="6140248"/>
            <a:ext cx="430513" cy="229028"/>
          </a:xfrm>
          <a:prstGeom prst="rect">
            <a:avLst/>
          </a:prstGeom>
        </p:spPr>
      </p:pic>
      <p:pic>
        <p:nvPicPr>
          <p:cNvPr id="130" name="Image 125" descr="preencoded.png">    </p:cNvPr>
          <p:cNvPicPr>
            <a:picLocks noChangeAspect="1"/>
          </p:cNvPicPr>
          <p:nvPr/>
        </p:nvPicPr>
        <p:blipFill>
          <a:blip r:embed="rId250">
            <a:extLst>
              <a:ext uri="{96DAC541-7B7A-43D3-8B79-37D633B846F1}">
                <asvg:svgBlip xmlns:asvg="http://schemas.microsoft.com/office/drawing/2016/SVG/main" r:embed="rId251"/>
              </a:ext>
            </a:extLst>
          </a:blip>
          <a:stretch>
            <a:fillRect/>
          </a:stretch>
        </p:blipFill>
        <p:spPr>
          <a:xfrm rot="737931">
            <a:off x="16702364" y="5731264"/>
            <a:ext cx="141816" cy="265526"/>
          </a:xfrm>
          <a:prstGeom prst="rect">
            <a:avLst/>
          </a:prstGeom>
        </p:spPr>
      </p:pic>
      <p:pic>
        <p:nvPicPr>
          <p:cNvPr id="131" name="Image 126" descr="preencoded.png">    </p:cNvPr>
          <p:cNvPicPr>
            <a:picLocks noChangeAspect="1"/>
          </p:cNvPicPr>
          <p:nvPr/>
        </p:nvPicPr>
        <p:blipFill>
          <a:blip r:embed="rId252">
            <a:extLst>
              <a:ext uri="{96DAC541-7B7A-43D3-8B79-37D633B846F1}">
                <asvg:svgBlip xmlns:asvg="http://schemas.microsoft.com/office/drawing/2016/SVG/main" r:embed="rId253"/>
              </a:ext>
            </a:extLst>
          </a:blip>
          <a:stretch>
            <a:fillRect/>
          </a:stretch>
        </p:blipFill>
        <p:spPr>
          <a:xfrm rot="737931">
            <a:off x="18100358" y="5776354"/>
            <a:ext cx="219315" cy="354624"/>
          </a:xfrm>
          <a:prstGeom prst="rect">
            <a:avLst/>
          </a:prstGeom>
        </p:spPr>
      </p:pic>
      <p:pic>
        <p:nvPicPr>
          <p:cNvPr id="132" name="Image 127" descr="preencoded.png">    </p:cNvPr>
          <p:cNvPicPr>
            <a:picLocks noChangeAspect="1"/>
          </p:cNvPicPr>
          <p:nvPr/>
        </p:nvPicPr>
        <p:blipFill>
          <a:blip r:embed="rId254">
            <a:extLst>
              <a:ext uri="{96DAC541-7B7A-43D3-8B79-37D633B846F1}">
                <asvg:svgBlip xmlns:asvg="http://schemas.microsoft.com/office/drawing/2016/SVG/main" r:embed="rId255"/>
              </a:ext>
            </a:extLst>
          </a:blip>
          <a:stretch>
            <a:fillRect/>
          </a:stretch>
        </p:blipFill>
        <p:spPr>
          <a:xfrm rot="1072405">
            <a:off x="16002695" y="3746996"/>
            <a:ext cx="2858841" cy="2499823"/>
          </a:xfrm>
          <a:prstGeom prst="rect">
            <a:avLst/>
          </a:prstGeom>
        </p:spPr>
      </p:pic>
      <p:pic>
        <p:nvPicPr>
          <p:cNvPr id="133" name="Image 128" descr="preencoded.png">    </p:cNvPr>
          <p:cNvPicPr>
            <a:picLocks noChangeAspect="1"/>
          </p:cNvPicPr>
          <p:nvPr/>
        </p:nvPicPr>
        <p:blipFill>
          <a:blip r:embed="rId256">
            <a:extLst>
              <a:ext uri="{96DAC541-7B7A-43D3-8B79-37D633B846F1}">
                <asvg:svgBlip xmlns:asvg="http://schemas.microsoft.com/office/drawing/2016/SVG/main" r:embed="rId257"/>
              </a:ext>
            </a:extLst>
          </a:blip>
          <a:stretch>
            <a:fillRect/>
          </a:stretch>
        </p:blipFill>
        <p:spPr>
          <a:xfrm>
            <a:off x="16411377" y="3476427"/>
            <a:ext cx="155674" cy="155674"/>
          </a:xfrm>
          <a:prstGeom prst="rect">
            <a:avLst/>
          </a:prstGeom>
        </p:spPr>
      </p:pic>
      <p:pic>
        <p:nvPicPr>
          <p:cNvPr id="134" name="Image 129" descr="preencoded.png">    </p:cNvPr>
          <p:cNvPicPr>
            <a:picLocks noChangeAspect="1"/>
          </p:cNvPicPr>
          <p:nvPr/>
        </p:nvPicPr>
        <p:blipFill>
          <a:blip r:embed="rId258">
            <a:extLst>
              <a:ext uri="{96DAC541-7B7A-43D3-8B79-37D633B846F1}">
                <asvg:svgBlip xmlns:asvg="http://schemas.microsoft.com/office/drawing/2016/SVG/main" r:embed="rId259"/>
              </a:ext>
            </a:extLst>
          </a:blip>
          <a:stretch>
            <a:fillRect/>
          </a:stretch>
        </p:blipFill>
        <p:spPr>
          <a:xfrm>
            <a:off x="16184861" y="3476427"/>
            <a:ext cx="155674" cy="155674"/>
          </a:xfrm>
          <a:prstGeom prst="rect">
            <a:avLst/>
          </a:prstGeom>
        </p:spPr>
      </p:pic>
      <p:pic>
        <p:nvPicPr>
          <p:cNvPr id="135" name="Image 130" descr="preencoded.png">    </p:cNvPr>
          <p:cNvPicPr>
            <a:picLocks noChangeAspect="1"/>
          </p:cNvPicPr>
          <p:nvPr/>
        </p:nvPicPr>
        <p:blipFill>
          <a:blip r:embed="rId260">
            <a:extLst>
              <a:ext uri="{96DAC541-7B7A-43D3-8B79-37D633B846F1}">
                <asvg:svgBlip xmlns:asvg="http://schemas.microsoft.com/office/drawing/2016/SVG/main" r:embed="rId261"/>
              </a:ext>
            </a:extLst>
          </a:blip>
          <a:stretch>
            <a:fillRect/>
          </a:stretch>
        </p:blipFill>
        <p:spPr>
          <a:xfrm>
            <a:off x="15958345" y="3476427"/>
            <a:ext cx="155674" cy="155674"/>
          </a:xfrm>
          <a:prstGeom prst="rect">
            <a:avLst/>
          </a:prstGeom>
        </p:spPr>
      </p:pic>
      <p:sp>
        <p:nvSpPr>
          <p:cNvPr id="136" name="Shape 3"/>
          <p:cNvSpPr/>
          <p:nvPr/>
        </p:nvSpPr>
        <p:spPr>
          <a:xfrm>
            <a:off x="16528395" y="2944258"/>
            <a:ext cx="766528" cy="766529"/>
          </a:xfrm>
          <a:prstGeom prst="rect">
            <a:avLst/>
          </a:prstGeom>
          <a:ln/>
          <a:effectLst>
            <a:outerShdw sx="100000" sy="100000" kx="0" ky="0" algn="bl" rotWithShape="0" blurRad="201873" dist="26918" dir="5400000">
              <a:srgbClr val="000000">
                <a:alpha val="25000"/>
              </a:srgbClr>
            </a:outerShdw>
          </a:effectLst>
        </p:spPr>
      </p:sp>
      <p:pic>
        <p:nvPicPr>
          <p:cNvPr id="137" name="Image 131" descr="preencoded.png">    </p:cNvPr>
          <p:cNvPicPr>
            <a:picLocks noChangeAspect="1"/>
          </p:cNvPicPr>
          <p:nvPr/>
        </p:nvPicPr>
        <p:blipFill>
          <a:blip r:embed="rId262">
            <a:extLst>
              <a:ext uri="{96DAC541-7B7A-43D3-8B79-37D633B846F1}">
                <asvg:svgBlip xmlns:asvg="http://schemas.microsoft.com/office/drawing/2016/SVG/main" r:embed="rId263"/>
              </a:ext>
            </a:extLst>
          </a:blip>
          <a:stretch>
            <a:fillRect/>
          </a:stretch>
        </p:blipFill>
        <p:spPr>
          <a:xfrm>
            <a:off x="16528395" y="2944258"/>
            <a:ext cx="766528" cy="766529"/>
          </a:xfrm>
          <a:prstGeom prst="rect">
            <a:avLst/>
          </a:prstGeom>
        </p:spPr>
      </p:pic>
      <p:pic>
        <p:nvPicPr>
          <p:cNvPr id="138" name="Image 132" descr="preencoded.png">    </p:cNvPr>
          <p:cNvPicPr>
            <a:picLocks noChangeAspect="1"/>
          </p:cNvPicPr>
          <p:nvPr/>
        </p:nvPicPr>
        <p:blipFill>
          <a:blip r:embed="rId264">
            <a:extLst>
              <a:ext uri="{96DAC541-7B7A-43D3-8B79-37D633B846F1}">
                <asvg:svgBlip xmlns:asvg="http://schemas.microsoft.com/office/drawing/2016/SVG/main" r:embed="rId265"/>
              </a:ext>
            </a:extLst>
          </a:blip>
          <a:stretch>
            <a:fillRect/>
          </a:stretch>
        </p:blipFill>
        <p:spPr>
          <a:xfrm>
            <a:off x="15529322" y="9291439"/>
            <a:ext cx="1769070" cy="1196479"/>
          </a:xfrm>
          <a:prstGeom prst="rect">
            <a:avLst/>
          </a:prstGeom>
        </p:spPr>
      </p:pic>
      <p:pic>
        <p:nvPicPr>
          <p:cNvPr id="139" name="Image 133" descr="preencoded.png">    </p:cNvPr>
          <p:cNvPicPr>
            <a:picLocks noChangeAspect="1"/>
          </p:cNvPicPr>
          <p:nvPr/>
        </p:nvPicPr>
        <p:blipFill>
          <a:blip r:embed="rId266">
            <a:extLst>
              <a:ext uri="{96DAC541-7B7A-43D3-8B79-37D633B846F1}">
                <asvg:svgBlip xmlns:asvg="http://schemas.microsoft.com/office/drawing/2016/SVG/main" r:embed="rId267"/>
              </a:ext>
            </a:extLst>
          </a:blip>
          <a:stretch>
            <a:fillRect/>
          </a:stretch>
        </p:blipFill>
        <p:spPr>
          <a:xfrm>
            <a:off x="15595799" y="9641880"/>
            <a:ext cx="702171" cy="464145"/>
          </a:xfrm>
          <a:prstGeom prst="rect">
            <a:avLst/>
          </a:prstGeom>
        </p:spPr>
      </p:pic>
      <p:pic>
        <p:nvPicPr>
          <p:cNvPr id="140" name="Image 134" descr="preencoded.png">    </p:cNvPr>
          <p:cNvPicPr>
            <a:picLocks noChangeAspect="1"/>
          </p:cNvPicPr>
          <p:nvPr/>
        </p:nvPicPr>
        <p:blipFill>
          <a:blip r:embed="rId268">
            <a:extLst>
              <a:ext uri="{96DAC541-7B7A-43D3-8B79-37D633B846F1}">
                <asvg:svgBlip xmlns:asvg="http://schemas.microsoft.com/office/drawing/2016/SVG/main" r:embed="rId269"/>
              </a:ext>
            </a:extLst>
          </a:blip>
          <a:stretch>
            <a:fillRect/>
          </a:stretch>
        </p:blipFill>
        <p:spPr>
          <a:xfrm>
            <a:off x="15541228" y="9353550"/>
            <a:ext cx="733127" cy="293092"/>
          </a:xfrm>
          <a:prstGeom prst="rect">
            <a:avLst/>
          </a:prstGeom>
        </p:spPr>
      </p:pic>
      <p:pic>
        <p:nvPicPr>
          <p:cNvPr id="141" name="Image 135" descr="preencoded.png">    </p:cNvPr>
          <p:cNvPicPr>
            <a:picLocks noChangeAspect="1"/>
          </p:cNvPicPr>
          <p:nvPr/>
        </p:nvPicPr>
        <p:blipFill>
          <a:blip r:embed="rId270">
            <a:extLst>
              <a:ext uri="{96DAC541-7B7A-43D3-8B79-37D633B846F1}">
                <asvg:svgBlip xmlns:asvg="http://schemas.microsoft.com/office/drawing/2016/SVG/main" r:embed="rId271"/>
              </a:ext>
            </a:extLst>
          </a:blip>
          <a:stretch>
            <a:fillRect/>
          </a:stretch>
        </p:blipFill>
        <p:spPr>
          <a:xfrm>
            <a:off x="12902803" y="8125123"/>
            <a:ext cx="2896295" cy="2375098"/>
          </a:xfrm>
          <a:prstGeom prst="rect">
            <a:avLst/>
          </a:prstGeom>
        </p:spPr>
      </p:pic>
      <p:pic>
        <p:nvPicPr>
          <p:cNvPr id="142" name="Image 136" descr="preencoded.png">    </p:cNvPr>
          <p:cNvPicPr>
            <a:picLocks noChangeAspect="1"/>
          </p:cNvPicPr>
          <p:nvPr/>
        </p:nvPicPr>
        <p:blipFill>
          <a:blip r:embed="rId272">
            <a:extLst>
              <a:ext uri="{96DAC541-7B7A-43D3-8B79-37D633B846F1}">
                <asvg:svgBlip xmlns:asvg="http://schemas.microsoft.com/office/drawing/2016/SVG/main" r:embed="rId273"/>
              </a:ext>
            </a:extLst>
          </a:blip>
          <a:stretch>
            <a:fillRect/>
          </a:stretch>
        </p:blipFill>
        <p:spPr>
          <a:xfrm>
            <a:off x="14015542" y="9053810"/>
            <a:ext cx="359966" cy="332978"/>
          </a:xfrm>
          <a:prstGeom prst="rect">
            <a:avLst/>
          </a:prstGeom>
        </p:spPr>
      </p:pic>
      <p:pic>
        <p:nvPicPr>
          <p:cNvPr id="143" name="Image 137" descr="preencoded.png">    </p:cNvPr>
          <p:cNvPicPr>
            <a:picLocks noChangeAspect="1"/>
          </p:cNvPicPr>
          <p:nvPr/>
        </p:nvPicPr>
        <p:blipFill>
          <a:blip r:embed="rId274">
            <a:extLst>
              <a:ext uri="{96DAC541-7B7A-43D3-8B79-37D633B846F1}">
                <asvg:svgBlip xmlns:asvg="http://schemas.microsoft.com/office/drawing/2016/SVG/main" r:embed="rId275"/>
              </a:ext>
            </a:extLst>
          </a:blip>
          <a:stretch>
            <a:fillRect/>
          </a:stretch>
        </p:blipFill>
        <p:spPr>
          <a:xfrm>
            <a:off x="15881747" y="9573518"/>
            <a:ext cx="1324570" cy="746026"/>
          </a:xfrm>
          <a:prstGeom prst="rect">
            <a:avLst/>
          </a:prstGeom>
        </p:spPr>
      </p:pic>
      <p:pic>
        <p:nvPicPr>
          <p:cNvPr id="144" name="Image 138" descr="preencoded.png">    </p:cNvPr>
          <p:cNvPicPr>
            <a:picLocks noChangeAspect="1"/>
          </p:cNvPicPr>
          <p:nvPr/>
        </p:nvPicPr>
        <p:blipFill>
          <a:blip r:embed="rId276">
            <a:extLst>
              <a:ext uri="{96DAC541-7B7A-43D3-8B79-37D633B846F1}">
                <asvg:svgBlip xmlns:asvg="http://schemas.microsoft.com/office/drawing/2016/SVG/main" r:embed="rId277"/>
              </a:ext>
            </a:extLst>
          </a:blip>
          <a:stretch>
            <a:fillRect/>
          </a:stretch>
        </p:blipFill>
        <p:spPr>
          <a:xfrm>
            <a:off x="16084054" y="10293846"/>
            <a:ext cx="34826" cy="33734"/>
          </a:xfrm>
          <a:prstGeom prst="rect">
            <a:avLst/>
          </a:prstGeom>
        </p:spPr>
      </p:pic>
      <p:pic>
        <p:nvPicPr>
          <p:cNvPr id="145" name="Image 139" descr="preencoded.png">    </p:cNvPr>
          <p:cNvPicPr>
            <a:picLocks noChangeAspect="1"/>
          </p:cNvPicPr>
          <p:nvPr/>
        </p:nvPicPr>
        <p:blipFill>
          <a:blip r:embed="rId278">
            <a:extLst>
              <a:ext uri="{96DAC541-7B7A-43D3-8B79-37D633B846F1}">
                <asvg:svgBlip xmlns:asvg="http://schemas.microsoft.com/office/drawing/2016/SVG/main" r:embed="rId279"/>
              </a:ext>
            </a:extLst>
          </a:blip>
          <a:stretch>
            <a:fillRect/>
          </a:stretch>
        </p:blipFill>
        <p:spPr>
          <a:xfrm>
            <a:off x="16158865" y="10258029"/>
            <a:ext cx="37306" cy="33734"/>
          </a:xfrm>
          <a:prstGeom prst="rect">
            <a:avLst/>
          </a:prstGeom>
        </p:spPr>
      </p:pic>
      <p:pic>
        <p:nvPicPr>
          <p:cNvPr id="146" name="Image 140" descr="preencoded.png">    </p:cNvPr>
          <p:cNvPicPr>
            <a:picLocks noChangeAspect="1"/>
          </p:cNvPicPr>
          <p:nvPr/>
        </p:nvPicPr>
        <p:blipFill>
          <a:blip r:embed="rId280">
            <a:extLst>
              <a:ext uri="{96DAC541-7B7A-43D3-8B79-37D633B846F1}">
                <asvg:svgBlip xmlns:asvg="http://schemas.microsoft.com/office/drawing/2016/SVG/main" r:embed="rId281"/>
              </a:ext>
            </a:extLst>
          </a:blip>
          <a:stretch>
            <a:fillRect/>
          </a:stretch>
        </p:blipFill>
        <p:spPr>
          <a:xfrm>
            <a:off x="17529771" y="6589316"/>
            <a:ext cx="1627287" cy="3713956"/>
          </a:xfrm>
          <a:prstGeom prst="rect">
            <a:avLst/>
          </a:prstGeom>
        </p:spPr>
      </p:pic>
      <p:pic>
        <p:nvPicPr>
          <p:cNvPr id="147" name="Image 141" descr="preencoded.png">    </p:cNvPr>
          <p:cNvPicPr>
            <a:picLocks noChangeAspect="1"/>
          </p:cNvPicPr>
          <p:nvPr/>
        </p:nvPicPr>
        <p:blipFill>
          <a:blip r:embed="rId282">
            <a:extLst>
              <a:ext uri="{96DAC541-7B7A-43D3-8B79-37D633B846F1}">
                <asvg:svgBlip xmlns:asvg="http://schemas.microsoft.com/office/drawing/2016/SVG/main" r:embed="rId283"/>
              </a:ext>
            </a:extLst>
          </a:blip>
          <a:stretch>
            <a:fillRect/>
          </a:stretch>
        </p:blipFill>
        <p:spPr>
          <a:xfrm>
            <a:off x="17529572" y="6571159"/>
            <a:ext cx="324743" cy="2317254"/>
          </a:xfrm>
          <a:prstGeom prst="rect">
            <a:avLst/>
          </a:prstGeom>
        </p:spPr>
      </p:pic>
      <p:pic>
        <p:nvPicPr>
          <p:cNvPr id="148" name="Image 142" descr="preencoded.png">    </p:cNvPr>
          <p:cNvPicPr>
            <a:picLocks noChangeAspect="1"/>
          </p:cNvPicPr>
          <p:nvPr/>
        </p:nvPicPr>
        <p:blipFill>
          <a:blip r:embed="rId284">
            <a:extLst>
              <a:ext uri="{96DAC541-7B7A-43D3-8B79-37D633B846F1}">
                <asvg:svgBlip xmlns:asvg="http://schemas.microsoft.com/office/drawing/2016/SVG/main" r:embed="rId285"/>
              </a:ext>
            </a:extLst>
          </a:blip>
          <a:stretch>
            <a:fillRect/>
          </a:stretch>
        </p:blipFill>
        <p:spPr>
          <a:xfrm>
            <a:off x="16599794" y="7181850"/>
            <a:ext cx="2788047" cy="3121124"/>
          </a:xfrm>
          <a:prstGeom prst="rect">
            <a:avLst/>
          </a:prstGeom>
        </p:spPr>
      </p:pic>
      <p:pic>
        <p:nvPicPr>
          <p:cNvPr id="149" name="Image 143" descr="preencoded.png">    </p:cNvPr>
          <p:cNvPicPr>
            <a:picLocks noChangeAspect="1"/>
          </p:cNvPicPr>
          <p:nvPr/>
        </p:nvPicPr>
        <p:blipFill>
          <a:blip r:embed="rId286">
            <a:extLst>
              <a:ext uri="{96DAC541-7B7A-43D3-8B79-37D633B846F1}">
                <asvg:svgBlip xmlns:asvg="http://schemas.microsoft.com/office/drawing/2016/SVG/main" r:embed="rId287"/>
              </a:ext>
            </a:extLst>
          </a:blip>
          <a:stretch>
            <a:fillRect/>
          </a:stretch>
        </p:blipFill>
        <p:spPr>
          <a:xfrm>
            <a:off x="17942521" y="7501235"/>
            <a:ext cx="620117" cy="1634728"/>
          </a:xfrm>
          <a:prstGeom prst="rect">
            <a:avLst/>
          </a:prstGeom>
        </p:spPr>
      </p:pic>
      <p:pic>
        <p:nvPicPr>
          <p:cNvPr id="150" name="Image 144" descr="preencoded.png">    </p:cNvPr>
          <p:cNvPicPr>
            <a:picLocks noChangeAspect="1"/>
          </p:cNvPicPr>
          <p:nvPr/>
        </p:nvPicPr>
        <p:blipFill>
          <a:blip r:embed="rId288">
            <a:extLst>
              <a:ext uri="{96DAC541-7B7A-43D3-8B79-37D633B846F1}">
                <asvg:svgBlip xmlns:asvg="http://schemas.microsoft.com/office/drawing/2016/SVG/main" r:embed="rId289"/>
              </a:ext>
            </a:extLst>
          </a:blip>
          <a:stretch>
            <a:fillRect/>
          </a:stretch>
        </p:blipFill>
        <p:spPr>
          <a:xfrm>
            <a:off x="17115830" y="8871149"/>
            <a:ext cx="691356" cy="1043384"/>
          </a:xfrm>
          <a:prstGeom prst="rect">
            <a:avLst/>
          </a:prstGeom>
        </p:spPr>
      </p:pic>
      <p:pic>
        <p:nvPicPr>
          <p:cNvPr id="151" name="Image 145" descr="preencoded.png">    </p:cNvPr>
          <p:cNvPicPr>
            <a:picLocks noChangeAspect="1"/>
          </p:cNvPicPr>
          <p:nvPr/>
        </p:nvPicPr>
        <p:blipFill>
          <a:blip r:embed="rId290">
            <a:extLst>
              <a:ext uri="{96DAC541-7B7A-43D3-8B79-37D633B846F1}">
                <asvg:svgBlip xmlns:asvg="http://schemas.microsoft.com/office/drawing/2016/SVG/main" r:embed="rId291"/>
              </a:ext>
            </a:extLst>
          </a:blip>
          <a:stretch>
            <a:fillRect/>
          </a:stretch>
        </p:blipFill>
        <p:spPr>
          <a:xfrm>
            <a:off x="18066544" y="9147274"/>
            <a:ext cx="474762" cy="1145977"/>
          </a:xfrm>
          <a:prstGeom prst="rect">
            <a:avLst/>
          </a:prstGeom>
        </p:spPr>
      </p:pic>
      <p:pic>
        <p:nvPicPr>
          <p:cNvPr id="152" name="Image 146" descr="preencoded.png">    </p:cNvPr>
          <p:cNvPicPr>
            <a:picLocks noChangeAspect="1"/>
          </p:cNvPicPr>
          <p:nvPr/>
        </p:nvPicPr>
        <p:blipFill>
          <a:blip r:embed="rId292">
            <a:extLst>
              <a:ext uri="{96DAC541-7B7A-43D3-8B79-37D633B846F1}">
                <asvg:svgBlip xmlns:asvg="http://schemas.microsoft.com/office/drawing/2016/SVG/main" r:embed="rId293"/>
              </a:ext>
            </a:extLst>
          </a:blip>
          <a:stretch>
            <a:fillRect/>
          </a:stretch>
        </p:blipFill>
        <p:spPr>
          <a:xfrm>
            <a:off x="17142023" y="9530557"/>
            <a:ext cx="2142034" cy="769441"/>
          </a:xfrm>
          <a:prstGeom prst="rect">
            <a:avLst/>
          </a:prstGeom>
        </p:spPr>
      </p:pic>
      <p:pic>
        <p:nvPicPr>
          <p:cNvPr id="153" name="Image 147" descr="preencoded.png">    </p:cNvPr>
          <p:cNvPicPr>
            <a:picLocks noChangeAspect="1"/>
          </p:cNvPicPr>
          <p:nvPr/>
        </p:nvPicPr>
        <p:blipFill>
          <a:blip r:embed="rId294">
            <a:extLst>
              <a:ext uri="{96DAC541-7B7A-43D3-8B79-37D633B846F1}">
                <asvg:svgBlip xmlns:asvg="http://schemas.microsoft.com/office/drawing/2016/SVG/main" r:embed="rId295"/>
              </a:ext>
            </a:extLst>
          </a:blip>
          <a:stretch>
            <a:fillRect/>
          </a:stretch>
        </p:blipFill>
        <p:spPr>
          <a:xfrm>
            <a:off x="17975859" y="8894465"/>
            <a:ext cx="594420" cy="278606"/>
          </a:xfrm>
          <a:prstGeom prst="rect">
            <a:avLst/>
          </a:prstGeom>
        </p:spPr>
      </p:pic>
      <p:pic>
        <p:nvPicPr>
          <p:cNvPr id="154" name="Image 148" descr="preencoded.png">    </p:cNvPr>
          <p:cNvPicPr>
            <a:picLocks noChangeAspect="1"/>
          </p:cNvPicPr>
          <p:nvPr/>
        </p:nvPicPr>
        <p:blipFill>
          <a:blip r:embed="rId296">
            <a:extLst>
              <a:ext uri="{96DAC541-7B7A-43D3-8B79-37D633B846F1}">
                <asvg:svgBlip xmlns:asvg="http://schemas.microsoft.com/office/drawing/2016/SVG/main" r:embed="rId297"/>
              </a:ext>
            </a:extLst>
          </a:blip>
          <a:stretch>
            <a:fillRect/>
          </a:stretch>
        </p:blipFill>
        <p:spPr>
          <a:xfrm>
            <a:off x="16588879" y="9460905"/>
            <a:ext cx="2745879" cy="863798"/>
          </a:xfrm>
          <a:prstGeom prst="rect">
            <a:avLst/>
          </a:prstGeom>
        </p:spPr>
      </p:pic>
      <p:pic>
        <p:nvPicPr>
          <p:cNvPr id="155" name="Image 149" descr="preencoded.png">    </p:cNvPr>
          <p:cNvPicPr>
            <a:picLocks noChangeAspect="1"/>
          </p:cNvPicPr>
          <p:nvPr/>
        </p:nvPicPr>
        <p:blipFill>
          <a:blip r:embed="rId298">
            <a:extLst>
              <a:ext uri="{96DAC541-7B7A-43D3-8B79-37D633B846F1}">
                <asvg:svgBlip xmlns:asvg="http://schemas.microsoft.com/office/drawing/2016/SVG/main" r:embed="rId299"/>
              </a:ext>
            </a:extLst>
          </a:blip>
          <a:stretch>
            <a:fillRect/>
          </a:stretch>
        </p:blipFill>
        <p:spPr>
          <a:xfrm>
            <a:off x="18044022" y="7238702"/>
            <a:ext cx="646509" cy="719534"/>
          </a:xfrm>
          <a:prstGeom prst="rect">
            <a:avLst/>
          </a:prstGeom>
        </p:spPr>
      </p:pic>
      <p:pic>
        <p:nvPicPr>
          <p:cNvPr id="156" name="Image 150" descr="preencoded.png">    </p:cNvPr>
          <p:cNvPicPr>
            <a:picLocks noChangeAspect="1"/>
          </p:cNvPicPr>
          <p:nvPr/>
        </p:nvPicPr>
        <p:blipFill>
          <a:blip r:embed="rId300">
            <a:extLst>
              <a:ext uri="{96DAC541-7B7A-43D3-8B79-37D633B846F1}">
                <asvg:svgBlip xmlns:asvg="http://schemas.microsoft.com/office/drawing/2016/SVG/main" r:embed="rId301"/>
              </a:ext>
            </a:extLst>
          </a:blip>
          <a:stretch>
            <a:fillRect/>
          </a:stretch>
        </p:blipFill>
        <p:spPr>
          <a:xfrm>
            <a:off x="18078152" y="8708827"/>
            <a:ext cx="1311870" cy="663873"/>
          </a:xfrm>
          <a:prstGeom prst="rect">
            <a:avLst/>
          </a:prstGeom>
        </p:spPr>
      </p:pic>
      <p:pic>
        <p:nvPicPr>
          <p:cNvPr id="157" name="Image 151" descr="preencoded.png">    </p:cNvPr>
          <p:cNvPicPr>
            <a:picLocks noChangeAspect="1"/>
          </p:cNvPicPr>
          <p:nvPr/>
        </p:nvPicPr>
        <p:blipFill>
          <a:blip r:embed="rId302">
            <a:extLst>
              <a:ext uri="{96DAC541-7B7A-43D3-8B79-37D633B846F1}">
                <asvg:svgBlip xmlns:asvg="http://schemas.microsoft.com/office/drawing/2016/SVG/main" r:embed="rId303"/>
              </a:ext>
            </a:extLst>
          </a:blip>
          <a:stretch>
            <a:fillRect/>
          </a:stretch>
        </p:blipFill>
        <p:spPr>
          <a:xfrm>
            <a:off x="16580247" y="8761711"/>
            <a:ext cx="1917303" cy="737989"/>
          </a:xfrm>
          <a:prstGeom prst="rect">
            <a:avLst/>
          </a:prstGeom>
        </p:spPr>
      </p:pic>
      <p:pic>
        <p:nvPicPr>
          <p:cNvPr id="158" name="Image 152" descr="preencoded.png">    </p:cNvPr>
          <p:cNvPicPr>
            <a:picLocks noChangeAspect="1"/>
          </p:cNvPicPr>
          <p:nvPr/>
        </p:nvPicPr>
        <p:blipFill>
          <a:blip r:embed="rId304">
            <a:extLst>
              <a:ext uri="{96DAC541-7B7A-43D3-8B79-37D633B846F1}">
                <asvg:svgBlip xmlns:asvg="http://schemas.microsoft.com/office/drawing/2016/SVG/main" r:embed="rId305"/>
              </a:ext>
            </a:extLst>
          </a:blip>
          <a:stretch>
            <a:fillRect/>
          </a:stretch>
        </p:blipFill>
        <p:spPr>
          <a:xfrm>
            <a:off x="17960380" y="8115499"/>
            <a:ext cx="139105" cy="799703"/>
          </a:xfrm>
          <a:prstGeom prst="rect">
            <a:avLst/>
          </a:prstGeom>
        </p:spPr>
      </p:pic>
      <p:pic>
        <p:nvPicPr>
          <p:cNvPr id="159" name="Image 153" descr="preencoded.png">    </p:cNvPr>
          <p:cNvPicPr>
            <a:picLocks noChangeAspect="1"/>
          </p:cNvPicPr>
          <p:nvPr/>
        </p:nvPicPr>
        <p:blipFill>
          <a:blip r:embed="rId306">
            <a:extLst>
              <a:ext uri="{96DAC541-7B7A-43D3-8B79-37D633B846F1}">
                <asvg:svgBlip xmlns:asvg="http://schemas.microsoft.com/office/drawing/2016/SVG/main" r:embed="rId307"/>
              </a:ext>
            </a:extLst>
          </a:blip>
          <a:stretch>
            <a:fillRect/>
          </a:stretch>
        </p:blipFill>
        <p:spPr>
          <a:xfrm rot="-10062069">
            <a:off x="16166003" y="4596792"/>
            <a:ext cx="2417322" cy="2323554"/>
          </a:xfrm>
          <a:prstGeom prst="rect">
            <a:avLst/>
          </a:prstGeom>
        </p:spPr>
      </p:pic>
      <p:pic>
        <p:nvPicPr>
          <p:cNvPr id="160" name="Image 154" descr="preencoded.png">    </p:cNvPr>
          <p:cNvPicPr>
            <a:picLocks noChangeAspect="1"/>
          </p:cNvPicPr>
          <p:nvPr/>
        </p:nvPicPr>
        <p:blipFill>
          <a:blip r:embed="rId308">
            <a:extLst>
              <a:ext uri="{96DAC541-7B7A-43D3-8B79-37D633B846F1}">
                <asvg:svgBlip xmlns:asvg="http://schemas.microsoft.com/office/drawing/2016/SVG/main" r:embed="rId309"/>
              </a:ext>
            </a:extLst>
          </a:blip>
          <a:stretch>
            <a:fillRect/>
          </a:stretch>
        </p:blipFill>
        <p:spPr>
          <a:xfrm rot="737931">
            <a:off x="16745378" y="6140347"/>
            <a:ext cx="430513" cy="229028"/>
          </a:xfrm>
          <a:prstGeom prst="rect">
            <a:avLst/>
          </a:prstGeom>
        </p:spPr>
      </p:pic>
      <p:pic>
        <p:nvPicPr>
          <p:cNvPr id="161" name="Image 155" descr="preencoded.png">    </p:cNvPr>
          <p:cNvPicPr>
            <a:picLocks noChangeAspect="1"/>
          </p:cNvPicPr>
          <p:nvPr/>
        </p:nvPicPr>
        <p:blipFill>
          <a:blip r:embed="rId310">
            <a:extLst>
              <a:ext uri="{96DAC541-7B7A-43D3-8B79-37D633B846F1}">
                <asvg:svgBlip xmlns:asvg="http://schemas.microsoft.com/office/drawing/2016/SVG/main" r:embed="rId311"/>
              </a:ext>
            </a:extLst>
          </a:blip>
          <a:stretch>
            <a:fillRect/>
          </a:stretch>
        </p:blipFill>
        <p:spPr>
          <a:xfrm rot="737931">
            <a:off x="16702463" y="5731363"/>
            <a:ext cx="141816" cy="265526"/>
          </a:xfrm>
          <a:prstGeom prst="rect">
            <a:avLst/>
          </a:prstGeom>
        </p:spPr>
      </p:pic>
      <p:pic>
        <p:nvPicPr>
          <p:cNvPr id="162" name="Image 156" descr="preencoded.png">    </p:cNvPr>
          <p:cNvPicPr>
            <a:picLocks noChangeAspect="1"/>
          </p:cNvPicPr>
          <p:nvPr/>
        </p:nvPicPr>
        <p:blipFill>
          <a:blip r:embed="rId312">
            <a:extLst>
              <a:ext uri="{96DAC541-7B7A-43D3-8B79-37D633B846F1}">
                <asvg:svgBlip xmlns:asvg="http://schemas.microsoft.com/office/drawing/2016/SVG/main" r:embed="rId313"/>
              </a:ext>
            </a:extLst>
          </a:blip>
          <a:stretch>
            <a:fillRect/>
          </a:stretch>
        </p:blipFill>
        <p:spPr>
          <a:xfrm rot="737931">
            <a:off x="18100457" y="5776464"/>
            <a:ext cx="219315" cy="354624"/>
          </a:xfrm>
          <a:prstGeom prst="rect">
            <a:avLst/>
          </a:prstGeom>
        </p:spPr>
      </p:pic>
      <p:pic>
        <p:nvPicPr>
          <p:cNvPr id="163" name="Image 157" descr="preencoded.png">    </p:cNvPr>
          <p:cNvPicPr>
            <a:picLocks noChangeAspect="1"/>
          </p:cNvPicPr>
          <p:nvPr/>
        </p:nvPicPr>
        <p:blipFill>
          <a:blip r:embed="rId314">
            <a:extLst>
              <a:ext uri="{96DAC541-7B7A-43D3-8B79-37D633B846F1}">
                <asvg:svgBlip xmlns:asvg="http://schemas.microsoft.com/office/drawing/2016/SVG/main" r:embed="rId315"/>
              </a:ext>
            </a:extLst>
          </a:blip>
          <a:stretch>
            <a:fillRect/>
          </a:stretch>
        </p:blipFill>
        <p:spPr>
          <a:xfrm rot="1072405">
            <a:off x="16002794" y="3747095"/>
            <a:ext cx="2858841" cy="2499823"/>
          </a:xfrm>
          <a:prstGeom prst="rect">
            <a:avLst/>
          </a:prstGeom>
        </p:spPr>
      </p:pic>
      <p:sp>
        <p:nvSpPr>
          <p:cNvPr id="164" name="Shape 4"/>
          <p:cNvSpPr/>
          <p:nvPr/>
        </p:nvSpPr>
        <p:spPr>
          <a:xfrm>
            <a:off x="952500" y="935038"/>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165" name="Image 158" descr="preencoded.png">    </p:cNvPr>
          <p:cNvPicPr>
            <a:picLocks noChangeAspect="1"/>
          </p:cNvPicPr>
          <p:nvPr/>
        </p:nvPicPr>
        <p:blipFill>
          <a:blip r:embed="rId316"/>
          <a:stretch>
            <a:fillRect/>
          </a:stretch>
        </p:blipFill>
        <p:spPr>
          <a:xfrm>
            <a:off x="1133475" y="1039813"/>
            <a:ext cx="257175" cy="361950"/>
          </a:xfrm>
          <a:prstGeom prst="rect">
            <a:avLst/>
          </a:prstGeom>
        </p:spPr>
      </p:pic>
      <p:pic>
        <p:nvPicPr>
          <p:cNvPr id="166" name="Image 159" descr="preencoded.png">    </p:cNvPr>
          <p:cNvPicPr>
            <a:picLocks noChangeAspect="1"/>
          </p:cNvPicPr>
          <p:nvPr/>
        </p:nvPicPr>
        <p:blipFill>
          <a:blip r:embed="rId317"/>
          <a:stretch>
            <a:fillRect/>
          </a:stretch>
        </p:blipFill>
        <p:spPr>
          <a:xfrm>
            <a:off x="1800225" y="920750"/>
            <a:ext cx="1371600" cy="571500"/>
          </a:xfrm>
          <a:prstGeom prst="rect">
            <a:avLst/>
          </a:prstGeom>
        </p:spPr>
      </p:pic>
      <p:sp>
        <p:nvSpPr>
          <p:cNvPr id="167" name="Text 5"/>
          <p:cNvSpPr/>
          <p:nvPr/>
        </p:nvSpPr>
        <p:spPr>
          <a:xfrm>
            <a:off x="3476625" y="996950"/>
            <a:ext cx="267990" cy="457200"/>
          </a:xfrm>
          <a:prstGeom prst="rect">
            <a:avLst/>
          </a:prstGeom>
          <a:noFill/>
          <a:ln/>
        </p:spPr>
        <p:txBody>
          <a:bodyPr wrap="square" lIns="25400" tIns="25400" rIns="25400" bIns="25400" rtlCol="0" anchor="t">
            <a:normAutofit/>
          </a:bodyPr>
          <a:lstStyle/>
          <a:p>
            <a:pPr algn="l" indent="0" marL="0">
              <a:buNone/>
            </a:pPr>
            <a:r>
              <a:rPr lang="en-US" sz="2400" b="1" spc="168" kern="0" dirty="0">
                <a:solidFill>
                  <a:srgbClr val="FFFFFF"/>
                </a:solidFill>
                <a:latin typeface="Nunito" pitchFamily="34" charset="0"/>
                <a:ea typeface="Nunito" pitchFamily="34" charset="-122"/>
                <a:cs typeface="Nunito" pitchFamily="34" charset="-120"/>
              </a:rPr>
              <a:t>x</a:t>
            </a:r>
            <a:endParaRPr lang="en-US" sz="2400" dirty="0"/>
          </a:p>
        </p:txBody>
      </p:sp>
      <p:pic>
        <p:nvPicPr>
          <p:cNvPr id="168" name="Image 160" descr="preencoded.png">    </p:cNvPr>
          <p:cNvPicPr>
            <a:picLocks noChangeAspect="1"/>
          </p:cNvPicPr>
          <p:nvPr/>
        </p:nvPicPr>
        <p:blipFill>
          <a:blip r:embed="rId318"/>
          <a:stretch>
            <a:fillRect/>
          </a:stretch>
        </p:blipFill>
        <p:spPr>
          <a:xfrm>
            <a:off x="3973215" y="920750"/>
            <a:ext cx="742950" cy="571500"/>
          </a:xfrm>
          <a:prstGeom prst="rect">
            <a:avLst/>
          </a:prstGeom>
        </p:spPr>
      </p:pic>
      <p:sp>
        <p:nvSpPr>
          <p:cNvPr id="169" name="Text 6"/>
          <p:cNvSpPr/>
          <p:nvPr/>
        </p:nvSpPr>
        <p:spPr>
          <a:xfrm>
            <a:off x="4906665" y="1016000"/>
            <a:ext cx="1228626" cy="419100"/>
          </a:xfrm>
          <a:prstGeom prst="rect">
            <a:avLst/>
          </a:prstGeom>
          <a:noFill/>
          <a:ln/>
        </p:spPr>
        <p:txBody>
          <a:bodyPr wrap="square" lIns="25400" tIns="25400" rIns="25400" bIns="25400" rtlCol="0" anchor="t">
            <a:normAutofit/>
          </a:bodyPr>
          <a:lstStyle/>
          <a:p>
            <a:pPr algn="l" indent="0" marL="0">
              <a:lnSpc>
                <a:spcPct val="73171"/>
              </a:lnSpc>
              <a:buNone/>
            </a:pPr>
            <a:r>
              <a:rPr lang="en-US" sz="1500" b="1" spc="105" kern="0" dirty="0">
                <a:solidFill>
                  <a:srgbClr val="FFFFFF"/>
                </a:solidFill>
                <a:latin typeface="Nunito" pitchFamily="34" charset="0"/>
                <a:ea typeface="Nunito" pitchFamily="34" charset="-122"/>
                <a:cs typeface="Nunito" pitchFamily="34" charset="-120"/>
              </a:rPr>
              <a:t>BOARDING</a:t>
            </a:r>
            <a:endParaRPr lang="en-US" sz="1500" dirty="0"/>
          </a:p>
          <a:p>
            <a:pPr algn="l" indent="0" marL="0">
              <a:lnSpc>
                <a:spcPct val="73171"/>
              </a:lnSpc>
              <a:buNone/>
            </a:pPr>
            <a:r>
              <a:rPr lang="en-US" sz="1500" b="1" spc="105" kern="0" dirty="0">
                <a:solidFill>
                  <a:srgbClr val="FFFFFF"/>
                </a:solidFill>
                <a:latin typeface="Nunito" pitchFamily="34" charset="0"/>
                <a:ea typeface="Nunito" pitchFamily="34" charset="-122"/>
                <a:cs typeface="Nunito" pitchFamily="34" charset="-120"/>
              </a:rPr>
              <a:t>SCHOOL</a:t>
            </a:r>
            <a:endParaRPr lang="en-US" sz="1500" dirty="0"/>
          </a:p>
        </p:txBody>
      </p:sp>
      <p:sp>
        <p:nvSpPr>
          <p:cNvPr id="170" name="Shape 7"/>
          <p:cNvSpPr/>
          <p:nvPr/>
        </p:nvSpPr>
        <p:spPr>
          <a:xfrm>
            <a:off x="15510173" y="762000"/>
            <a:ext cx="419100" cy="419100"/>
          </a:xfrm>
          <a:prstGeom prst="ellipse">
            <a:avLst/>
          </a:prstGeom>
          <a:solidFill>
            <a:srgbClr val="FFFFFF"/>
          </a:solidFill>
          <a:ln/>
        </p:spPr>
      </p:sp>
      <p:pic>
        <p:nvPicPr>
          <p:cNvPr id="171" name="Image 161" descr="preencoded.png">    </p:cNvPr>
          <p:cNvPicPr>
            <a:picLocks noChangeAspect="1"/>
          </p:cNvPicPr>
          <p:nvPr/>
        </p:nvPicPr>
        <p:blipFill>
          <a:blip r:embed="rId319"/>
          <a:stretch>
            <a:fillRect/>
          </a:stretch>
        </p:blipFill>
        <p:spPr>
          <a:xfrm>
            <a:off x="15576848" y="828675"/>
            <a:ext cx="285750" cy="285750"/>
          </a:xfrm>
          <a:prstGeom prst="rect">
            <a:avLst/>
          </a:prstGeom>
        </p:spPr>
      </p:pic>
      <p:sp>
        <p:nvSpPr>
          <p:cNvPr id="172" name="Shape 8"/>
          <p:cNvSpPr/>
          <p:nvPr/>
        </p:nvSpPr>
        <p:spPr>
          <a:xfrm>
            <a:off x="16081673" y="762000"/>
            <a:ext cx="419100" cy="419100"/>
          </a:xfrm>
          <a:prstGeom prst="ellipse">
            <a:avLst/>
          </a:prstGeom>
          <a:solidFill>
            <a:srgbClr val="FFFFFF"/>
          </a:solidFill>
          <a:ln/>
        </p:spPr>
      </p:sp>
      <p:pic>
        <p:nvPicPr>
          <p:cNvPr id="173" name="Image 162" descr="preencoded.png">    </p:cNvPr>
          <p:cNvPicPr>
            <a:picLocks noChangeAspect="1"/>
          </p:cNvPicPr>
          <p:nvPr/>
        </p:nvPicPr>
        <p:blipFill>
          <a:blip r:embed="rId320"/>
          <a:stretch>
            <a:fillRect/>
          </a:stretch>
        </p:blipFill>
        <p:spPr>
          <a:xfrm>
            <a:off x="16148348" y="828675"/>
            <a:ext cx="285750" cy="285750"/>
          </a:xfrm>
          <a:prstGeom prst="rect">
            <a:avLst/>
          </a:prstGeom>
        </p:spPr>
      </p:pic>
      <p:sp>
        <p:nvSpPr>
          <p:cNvPr id="174" name="Shape 9"/>
          <p:cNvSpPr/>
          <p:nvPr/>
        </p:nvSpPr>
        <p:spPr>
          <a:xfrm>
            <a:off x="16653173" y="762000"/>
            <a:ext cx="419100" cy="419100"/>
          </a:xfrm>
          <a:prstGeom prst="ellipse">
            <a:avLst/>
          </a:prstGeom>
          <a:solidFill>
            <a:srgbClr val="FFFFFF"/>
          </a:solidFill>
          <a:ln/>
        </p:spPr>
      </p:sp>
      <p:pic>
        <p:nvPicPr>
          <p:cNvPr id="175" name="Image 163" descr="preencoded.png">    </p:cNvPr>
          <p:cNvPicPr>
            <a:picLocks noChangeAspect="1"/>
          </p:cNvPicPr>
          <p:nvPr/>
        </p:nvPicPr>
        <p:blipFill>
          <a:blip r:embed="rId321"/>
          <a:stretch>
            <a:fillRect/>
          </a:stretch>
        </p:blipFill>
        <p:spPr>
          <a:xfrm>
            <a:off x="16719848" y="828675"/>
            <a:ext cx="285750" cy="285750"/>
          </a:xfrm>
          <a:prstGeom prst="rect">
            <a:avLst/>
          </a:prstGeom>
        </p:spPr>
      </p:pic>
      <p:sp>
        <p:nvSpPr>
          <p:cNvPr id="176" name="Text 10"/>
          <p:cNvSpPr/>
          <p:nvPr/>
        </p:nvSpPr>
        <p:spPr>
          <a:xfrm>
            <a:off x="15246946" y="1314450"/>
            <a:ext cx="2297410" cy="374650"/>
          </a:xfrm>
          <a:prstGeom prst="rect">
            <a:avLst/>
          </a:prstGeom>
          <a:noFill/>
          <a:ln/>
        </p:spPr>
        <p:txBody>
          <a:bodyPr wrap="square" lIns="25400" tIns="25400" rIns="25400" bIns="25400" rtlCol="0" anchor="t">
            <a:normAutofit/>
          </a:bodyPr>
          <a:lstStyle/>
          <a:p>
            <a:pPr algn="l" indent="0" marL="0">
              <a:buNone/>
            </a:pPr>
            <a:r>
              <a:rPr lang="en-US" sz="2100" dirty="0">
                <a:solidFill>
                  <a:srgbClr val="EBEBEB"/>
                </a:solidFill>
                <a:latin typeface="Plus Jakarta Sans" pitchFamily="34" charset="0"/>
                <a:ea typeface="Plus Jakarta Sans" pitchFamily="34" charset="-122"/>
                <a:cs typeface="Plus Jakarta Sans" pitchFamily="34" charset="-120"/>
              </a:rPr>
              <a:t>Crygle Academy</a:t>
            </a:r>
            <a:endParaRPr lang="en-US" sz="2100" dirty="0"/>
          </a:p>
        </p:txBody>
      </p:sp>
      <p:sp>
        <p:nvSpPr>
          <p:cNvPr id="177" name="Text 11"/>
          <p:cNvSpPr/>
          <p:nvPr/>
        </p:nvSpPr>
        <p:spPr>
          <a:xfrm>
            <a:off x="952500" y="2952750"/>
            <a:ext cx="9526238" cy="3967163"/>
          </a:xfrm>
          <a:prstGeom prst="rect">
            <a:avLst/>
          </a:prstGeom>
          <a:noFill/>
          <a:ln/>
        </p:spPr>
        <p:txBody>
          <a:bodyPr wrap="square" lIns="25400" tIns="25400" rIns="25400" bIns="25400" rtlCol="0" anchor="t">
            <a:normAutofit/>
          </a:bodyPr>
          <a:lstStyle/>
          <a:p>
            <a:pPr algn="l" indent="0" marL="0">
              <a:lnSpc>
                <a:spcPct val="87025"/>
              </a:lnSpc>
              <a:buNone/>
            </a:pPr>
            <a:r>
              <a:rPr lang="en-US" sz="9375" b="1" dirty="0">
                <a:solidFill>
                  <a:srgbClr val="FBBB0B"/>
                </a:solidFill>
                <a:latin typeface="Plus Jakarta Sans" pitchFamily="34" charset="0"/>
                <a:ea typeface="Plus Jakarta Sans" pitchFamily="34" charset="-122"/>
                <a:cs typeface="Plus Jakarta Sans" pitchFamily="34" charset="-120"/>
              </a:rPr>
              <a:t>Mengenal</a:t>
            </a:r>
            <a:endParaRPr lang="en-US" sz="9375" dirty="0"/>
          </a:p>
          <a:p>
            <a:pPr algn="l" indent="0" marL="0">
              <a:lnSpc>
                <a:spcPct val="87025"/>
              </a:lnSpc>
              <a:buNone/>
            </a:pPr>
            <a:r>
              <a:rPr lang="en-US" sz="9375" b="1" dirty="0">
                <a:solidFill>
                  <a:srgbClr val="FBBB0B"/>
                </a:solidFill>
                <a:latin typeface="Plus Jakarta Sans" pitchFamily="34" charset="0"/>
                <a:ea typeface="Plus Jakarta Sans" pitchFamily="34" charset="-122"/>
                <a:cs typeface="Plus Jakarta Sans" pitchFamily="34" charset="-120"/>
              </a:rPr>
              <a:t>Dunia UI/UX Design</a:t>
            </a:r>
            <a:endParaRPr lang="en-US" sz="9375" dirty="0"/>
          </a:p>
        </p:txBody>
      </p:sp>
      <p:sp>
        <p:nvSpPr>
          <p:cNvPr id="178" name="Text 12"/>
          <p:cNvSpPr/>
          <p:nvPr/>
        </p:nvSpPr>
        <p:spPr>
          <a:xfrm>
            <a:off x="952500" y="8120063"/>
            <a:ext cx="10173653" cy="571500"/>
          </a:xfrm>
          <a:prstGeom prst="rect">
            <a:avLst/>
          </a:prstGeom>
          <a:noFill/>
          <a:ln/>
        </p:spPr>
        <p:txBody>
          <a:bodyPr wrap="square" lIns="25400" tIns="25400" rIns="25400" bIns="25400" rtlCol="0" anchor="t">
            <a:normAutofit/>
          </a:bodyPr>
          <a:lstStyle/>
          <a:p>
            <a:pPr algn="l" indent="0" marL="0">
              <a:buNone/>
            </a:pPr>
            <a:r>
              <a:rPr lang="en-US" sz="3300" b="1" dirty="0">
                <a:solidFill>
                  <a:srgbClr val="FFFFFF"/>
                </a:solidFill>
                <a:latin typeface="Plus Jakarta Sans" pitchFamily="34" charset="0"/>
                <a:ea typeface="Plus Jakarta Sans" pitchFamily="34" charset="-122"/>
                <a:cs typeface="Plus Jakarta Sans" pitchFamily="34" charset="-120"/>
              </a:rPr>
              <a:t>Dimas Pradipa Abiyuda, S.Tr.Kom.</a:t>
            </a:r>
            <a:endParaRPr lang="en-US" sz="3300" dirty="0"/>
          </a:p>
        </p:txBody>
      </p:sp>
      <p:sp>
        <p:nvSpPr>
          <p:cNvPr id="179" name="Text 13"/>
          <p:cNvSpPr/>
          <p:nvPr/>
        </p:nvSpPr>
        <p:spPr>
          <a:xfrm>
            <a:off x="952500" y="8805863"/>
            <a:ext cx="10173653" cy="495300"/>
          </a:xfrm>
          <a:prstGeom prst="rect">
            <a:avLst/>
          </a:prstGeom>
          <a:noFill/>
          <a:ln/>
        </p:spPr>
        <p:txBody>
          <a:bodyPr wrap="square" lIns="25400" tIns="25400" rIns="25400" bIns="25400" rtlCol="0" anchor="t">
            <a:normAutofit/>
          </a:bodyPr>
          <a:lstStyle/>
          <a:p>
            <a:pPr algn="l" indent="0" marL="0">
              <a:buNone/>
            </a:pPr>
            <a:r>
              <a:rPr lang="en-US" sz="2850" dirty="0">
                <a:solidFill>
                  <a:srgbClr val="FFFFFF">
                    <a:alpha val="50000"/>
                  </a:srgbClr>
                </a:solidFill>
                <a:latin typeface="Plus Jakarta Sans" pitchFamily="34" charset="0"/>
                <a:ea typeface="Plus Jakarta Sans" pitchFamily="34" charset="-122"/>
                <a:cs typeface="Plus Jakarta Sans" pitchFamily="34" charset="-120"/>
              </a:rPr>
              <a:t>UI/UX Design Mentor</a:t>
            </a:r>
            <a:endParaRPr lang="en-US" sz="2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000250"/>
            <a:ext cx="8082300"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Sub Materi Pembelajaran</a:t>
            </a:r>
            <a:endParaRPr lang="en-US" sz="4800" dirty="0"/>
          </a:p>
        </p:txBody>
      </p:sp>
      <p:sp>
        <p:nvSpPr>
          <p:cNvPr id="12" name="Text 7"/>
          <p:cNvSpPr/>
          <p:nvPr/>
        </p:nvSpPr>
        <p:spPr>
          <a:xfrm>
            <a:off x="952500" y="3238500"/>
            <a:ext cx="8591550" cy="444500"/>
          </a:xfrm>
          <a:prstGeom prst="rect">
            <a:avLst/>
          </a:prstGeom>
          <a:noFill/>
          <a:ln/>
        </p:spPr>
        <p:txBody>
          <a:bodyPr wrap="square" lIns="25400" tIns="25400" rIns="25400" bIns="25400" rtlCol="0" anchor="t">
            <a:normAutofit/>
          </a:bodyPr>
          <a:lstStyle/>
          <a:p>
            <a:pPr algn="l" indent="0" marL="0">
              <a:buNone/>
            </a:pPr>
            <a:r>
              <a:rPr lang="en-US" sz="2550" b="1" dirty="0">
                <a:solidFill>
                  <a:srgbClr val="235F9C"/>
                </a:solidFill>
                <a:latin typeface="Bai Jamjuree" pitchFamily="34" charset="0"/>
                <a:ea typeface="Bai Jamjuree" pitchFamily="34" charset="-122"/>
                <a:cs typeface="Bai Jamjuree" pitchFamily="34" charset="-120"/>
              </a:rPr>
              <a:t>1. Apa Itu UI dan UX Design</a:t>
            </a:r>
            <a:endParaRPr lang="en-US" sz="2550" dirty="0"/>
          </a:p>
        </p:txBody>
      </p:sp>
      <p:sp>
        <p:nvSpPr>
          <p:cNvPr id="13" name="Text 8"/>
          <p:cNvSpPr/>
          <p:nvPr/>
        </p:nvSpPr>
        <p:spPr>
          <a:xfrm>
            <a:off x="752475" y="3873500"/>
            <a:ext cx="8086725" cy="1981200"/>
          </a:xfrm>
          <a:prstGeom prst="rect">
            <a:avLst/>
          </a:prstGeom>
          <a:noFill/>
          <a:ln/>
        </p:spPr>
        <p:txBody>
          <a:bodyPr wrap="square" lIns="25400" tIns="25400" rIns="25400" bIns="25400" rtlCol="0" anchor="t">
            <a:normAutofit/>
          </a:bodyPr>
          <a:lstStyle/>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Pengertian User Interface (UI)</a:t>
            </a:r>
            <a:endParaRPr lang="en-US" sz="2250" dirty="0"/>
          </a:p>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Pengertian User Experience (UX)</a:t>
            </a:r>
            <a:endParaRPr lang="en-US" sz="2250" dirty="0"/>
          </a:p>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Perbedaan UI dan UX</a:t>
            </a:r>
            <a:endParaRPr lang="en-US" sz="2250" dirty="0"/>
          </a:p>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Hubungan UI dan UX dalam produk digital</a:t>
            </a:r>
            <a:endParaRPr lang="en-US" sz="2250" dirty="0"/>
          </a:p>
        </p:txBody>
      </p:sp>
      <p:sp>
        <p:nvSpPr>
          <p:cNvPr id="14" name="Text 9"/>
          <p:cNvSpPr/>
          <p:nvPr/>
        </p:nvSpPr>
        <p:spPr>
          <a:xfrm>
            <a:off x="9525000" y="3238500"/>
            <a:ext cx="8591550" cy="444500"/>
          </a:xfrm>
          <a:prstGeom prst="rect">
            <a:avLst/>
          </a:prstGeom>
          <a:noFill/>
          <a:ln/>
        </p:spPr>
        <p:txBody>
          <a:bodyPr wrap="square" lIns="25400" tIns="25400" rIns="25400" bIns="25400" rtlCol="0" anchor="t">
            <a:normAutofit/>
          </a:bodyPr>
          <a:lstStyle/>
          <a:p>
            <a:pPr algn="l" indent="0" marL="0">
              <a:buNone/>
            </a:pPr>
            <a:r>
              <a:rPr lang="en-US" sz="2550" b="1" dirty="0">
                <a:solidFill>
                  <a:srgbClr val="235F9C"/>
                </a:solidFill>
                <a:latin typeface="Bai Jamjuree" pitchFamily="34" charset="0"/>
                <a:ea typeface="Bai Jamjuree" pitchFamily="34" charset="-122"/>
                <a:cs typeface="Bai Jamjuree" pitchFamily="34" charset="-120"/>
              </a:rPr>
              <a:t>2. Sejarah UI/UX Design</a:t>
            </a:r>
            <a:endParaRPr lang="en-US" sz="2550" dirty="0"/>
          </a:p>
        </p:txBody>
      </p:sp>
      <p:sp>
        <p:nvSpPr>
          <p:cNvPr id="15" name="Text 10"/>
          <p:cNvSpPr/>
          <p:nvPr/>
        </p:nvSpPr>
        <p:spPr>
          <a:xfrm>
            <a:off x="9324975" y="3873500"/>
            <a:ext cx="8086725" cy="1452563"/>
          </a:xfrm>
          <a:prstGeom prst="rect">
            <a:avLst/>
          </a:prstGeom>
          <a:noFill/>
          <a:ln/>
        </p:spPr>
        <p:txBody>
          <a:bodyPr wrap="square" lIns="25400" tIns="25400" rIns="25400" bIns="25400" rtlCol="0" anchor="t">
            <a:normAutofit/>
          </a:bodyPr>
          <a:lstStyle/>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Latar belakang UI/UX Design</a:t>
            </a:r>
            <a:endParaRPr lang="en-US" sz="2250" dirty="0"/>
          </a:p>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Perkembangan Human Computer Interaction (HCI)</a:t>
            </a:r>
            <a:endParaRPr lang="en-US" sz="2250" dirty="0"/>
          </a:p>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Perkembangan desain digital modern</a:t>
            </a:r>
            <a:endParaRPr lang="en-US" sz="2250" dirty="0"/>
          </a:p>
        </p:txBody>
      </p:sp>
      <p:sp>
        <p:nvSpPr>
          <p:cNvPr id="16" name="Text 11"/>
          <p:cNvSpPr/>
          <p:nvPr/>
        </p:nvSpPr>
        <p:spPr>
          <a:xfrm>
            <a:off x="9525000" y="5630863"/>
            <a:ext cx="8591550" cy="444500"/>
          </a:xfrm>
          <a:prstGeom prst="rect">
            <a:avLst/>
          </a:prstGeom>
          <a:noFill/>
          <a:ln/>
        </p:spPr>
        <p:txBody>
          <a:bodyPr wrap="square" lIns="25400" tIns="25400" rIns="25400" bIns="25400" rtlCol="0" anchor="t">
            <a:normAutofit/>
          </a:bodyPr>
          <a:lstStyle/>
          <a:p>
            <a:pPr algn="l" indent="0" marL="0">
              <a:buNone/>
            </a:pPr>
            <a:r>
              <a:rPr lang="en-US" sz="2550" b="1" dirty="0">
                <a:solidFill>
                  <a:srgbClr val="235F9C"/>
                </a:solidFill>
                <a:latin typeface="Bai Jamjuree" pitchFamily="34" charset="0"/>
                <a:ea typeface="Bai Jamjuree" pitchFamily="34" charset="-122"/>
                <a:cs typeface="Bai Jamjuree" pitchFamily="34" charset="-120"/>
              </a:rPr>
              <a:t>3. Mengapa UI/UX Penting</a:t>
            </a:r>
            <a:endParaRPr lang="en-US" sz="2550" dirty="0"/>
          </a:p>
        </p:txBody>
      </p:sp>
      <p:sp>
        <p:nvSpPr>
          <p:cNvPr id="17" name="Text 12"/>
          <p:cNvSpPr/>
          <p:nvPr/>
        </p:nvSpPr>
        <p:spPr>
          <a:xfrm>
            <a:off x="9324975" y="6265863"/>
            <a:ext cx="8086725" cy="923925"/>
          </a:xfrm>
          <a:prstGeom prst="rect">
            <a:avLst/>
          </a:prstGeom>
          <a:noFill/>
          <a:ln/>
        </p:spPr>
        <p:txBody>
          <a:bodyPr wrap="square" lIns="25400" tIns="25400" rIns="25400" bIns="25400" rtlCol="0" anchor="t">
            <a:normAutofit/>
          </a:bodyPr>
          <a:lstStyle/>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Pengaruh UX terhadap bisnis &amp; pengguna</a:t>
            </a:r>
            <a:endParaRPr lang="en-US" sz="2250" dirty="0"/>
          </a:p>
          <a:p>
            <a:pPr algn="l" indent="0" marL="0">
              <a:lnSpc>
                <a:spcPct val="100446"/>
              </a:lnSpc>
              <a:buNone/>
            </a:pPr>
            <a:r>
              <a:rPr lang="en-US" sz="2250" b="1" dirty="0">
                <a:solidFill>
                  <a:srgbClr val="023161"/>
                </a:solidFill>
                <a:latin typeface="Bai Jamjuree" pitchFamily="34" charset="0"/>
                <a:ea typeface="Bai Jamjuree" pitchFamily="34" charset="-122"/>
                <a:cs typeface="Bai Jamjuree" pitchFamily="34" charset="-120"/>
              </a:rPr>
              <a:t>Contoh studi kasus aplikasi populer</a:t>
            </a:r>
            <a:endParaRPr lang="en-US" sz="2250" dirty="0"/>
          </a:p>
        </p:txBody>
      </p:sp>
      <p:sp>
        <p:nvSpPr>
          <p:cNvPr id="18" name="Shape 13"/>
          <p:cNvSpPr/>
          <p:nvPr/>
        </p:nvSpPr>
        <p:spPr>
          <a:xfrm>
            <a:off x="0" y="9372600"/>
            <a:ext cx="18288000" cy="914400"/>
          </a:xfrm>
          <a:prstGeom prst="rect">
            <a:avLst/>
          </a:prstGeom>
          <a:solidFill>
            <a:srgbClr val="BBDDFF"/>
          </a:solidFill>
          <a:ln/>
        </p:spPr>
      </p:sp>
      <p:sp>
        <p:nvSpPr>
          <p:cNvPr id="19" name="Text 14"/>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5F9C"/>
          </a:solidFill>
          <a:ln/>
        </p:spPr>
      </p:sp>
      <p:pic>
        <p:nvPicPr>
          <p:cNvPr id="3"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5" name="Shape 2"/>
          <p:cNvSpPr/>
          <p:nvPr/>
        </p:nvSpPr>
        <p:spPr>
          <a:xfrm>
            <a:off x="1143000" y="952500"/>
            <a:ext cx="4648696" cy="847725"/>
          </a:xfrm>
          <a:prstGeom prst="roundRect">
            <a:avLst>
              <a:gd name="adj" fmla="val 20225"/>
            </a:avLst>
          </a:prstGeom>
          <a:solidFill>
            <a:srgbClr val="235F9C"/>
          </a:solidFill>
          <a:ln/>
        </p:spPr>
      </p:sp>
      <p:sp>
        <p:nvSpPr>
          <p:cNvPr id="6" name="Shape 3"/>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9" name="Text 4"/>
          <p:cNvSpPr/>
          <p:nvPr/>
        </p:nvSpPr>
        <p:spPr>
          <a:xfrm>
            <a:off x="3473748" y="12080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3" descr="preencoded.png">    </p:cNvPr>
          <p:cNvPicPr>
            <a:picLocks noChangeAspect="1"/>
          </p:cNvPicPr>
          <p:nvPr/>
        </p:nvPicPr>
        <p:blipFill>
          <a:blip r:embed="rId4"/>
          <a:stretch>
            <a:fillRect/>
          </a:stretch>
        </p:blipFill>
        <p:spPr>
          <a:xfrm>
            <a:off x="3878957" y="1185863"/>
            <a:ext cx="537865" cy="381000"/>
          </a:xfrm>
          <a:prstGeom prst="rect">
            <a:avLst/>
          </a:prstGeom>
        </p:spPr>
      </p:pic>
      <p:sp>
        <p:nvSpPr>
          <p:cNvPr id="11" name="Text 5"/>
          <p:cNvSpPr/>
          <p:nvPr/>
        </p:nvSpPr>
        <p:spPr>
          <a:xfrm>
            <a:off x="4683522" y="12334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Text 6"/>
          <p:cNvSpPr/>
          <p:nvPr/>
        </p:nvSpPr>
        <p:spPr>
          <a:xfrm>
            <a:off x="1143000" y="3143250"/>
            <a:ext cx="15716250" cy="826691"/>
          </a:xfrm>
          <a:prstGeom prst="rect">
            <a:avLst/>
          </a:prstGeom>
          <a:noFill/>
          <a:ln/>
        </p:spPr>
        <p:txBody>
          <a:bodyPr wrap="square" lIns="25400" tIns="25400" rIns="25400" bIns="25400" rtlCol="0" anchor="t">
            <a:normAutofit/>
          </a:bodyPr>
          <a:lstStyle/>
          <a:p>
            <a:pPr algn="l" indent="0" marL="0">
              <a:lnSpc>
                <a:spcPct val="92000"/>
              </a:lnSpc>
              <a:buNone/>
            </a:pPr>
            <a:r>
              <a:rPr lang="en-US" sz="5400" b="1" dirty="0">
                <a:solidFill>
                  <a:srgbClr val="FFFFFF"/>
                </a:solidFill>
                <a:latin typeface="Bai Jamjuree" pitchFamily="34" charset="0"/>
                <a:ea typeface="Bai Jamjuree" pitchFamily="34" charset="-122"/>
                <a:cs typeface="Bai Jamjuree" pitchFamily="34" charset="-120"/>
              </a:rPr>
              <a:t>Pernahkah Kalian Mengalami Hal Ini?</a:t>
            </a:r>
            <a:endParaRPr lang="en-US" sz="5400" dirty="0"/>
          </a:p>
        </p:txBody>
      </p:sp>
      <p:sp>
        <p:nvSpPr>
          <p:cNvPr id="13" name="Text 7"/>
          <p:cNvSpPr/>
          <p:nvPr/>
        </p:nvSpPr>
        <p:spPr>
          <a:xfrm>
            <a:off x="1143000" y="4274741"/>
            <a:ext cx="13244513"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Kesulitan mencari tombol login pada sebuah aplikasi? Bingung saat melakukan pembayaran online? Atau justru merasa nyaman menggunakan WhatsApp tanpa perlu belajar terlebih dahulu?</a:t>
            </a:r>
            <a:endParaRPr lang="en-US" sz="2550" dirty="0"/>
          </a:p>
        </p:txBody>
      </p:sp>
      <p:sp>
        <p:nvSpPr>
          <p:cNvPr id="14" name="Shape 8"/>
          <p:cNvSpPr/>
          <p:nvPr/>
        </p:nvSpPr>
        <p:spPr>
          <a:xfrm>
            <a:off x="1143000" y="6074966"/>
            <a:ext cx="13144500" cy="1462881"/>
          </a:xfrm>
          <a:prstGeom prst="roundRect">
            <a:avLst>
              <a:gd name="adj" fmla="val 10418"/>
            </a:avLst>
          </a:prstGeom>
          <a:solidFill>
            <a:srgbClr val="FCC112"/>
          </a:solidFill>
          <a:ln/>
        </p:spPr>
      </p:sp>
      <p:sp>
        <p:nvSpPr>
          <p:cNvPr id="15" name="Text 9"/>
          <p:cNvSpPr/>
          <p:nvPr/>
        </p:nvSpPr>
        <p:spPr>
          <a:xfrm>
            <a:off x="1524000" y="6379766"/>
            <a:ext cx="1277683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Semua pengalaman itu berkaitan dengan User Interface (UI) dan User Experience (UX) — lohh, kok bisa?</a:t>
            </a:r>
            <a:endParaRPr lang="en-US" sz="2400" dirty="0"/>
          </a:p>
        </p:txBody>
      </p:sp>
      <p:sp>
        <p:nvSpPr>
          <p:cNvPr id="16" name="Text 10"/>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17" name="Text 11"/>
          <p:cNvSpPr/>
          <p:nvPr/>
        </p:nvSpPr>
        <p:spPr>
          <a:xfrm>
            <a:off x="13680084" y="9661525"/>
            <a:ext cx="402095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Pengertian User Interface (UI)</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11620500" y="7429500"/>
            <a:ext cx="1714500" cy="1714500"/>
          </a:xfrm>
          <a:prstGeom prst="roundRect">
            <a:avLst>
              <a:gd name="adj" fmla="val 3333"/>
            </a:avLst>
          </a:prstGeom>
          <a:solidFill>
            <a:srgbClr val="FFFFFF">
              <a:alpha val="27000"/>
            </a:srgbClr>
          </a:solidFill>
          <a:ln/>
        </p:spPr>
      </p:sp>
      <p:sp>
        <p:nvSpPr>
          <p:cNvPr id="5" name="Shape 3"/>
          <p:cNvSpPr/>
          <p:nvPr/>
        </p:nvSpPr>
        <p:spPr>
          <a:xfrm>
            <a:off x="952500" y="685800"/>
            <a:ext cx="4648696" cy="847725"/>
          </a:xfrm>
          <a:prstGeom prst="roundRect">
            <a:avLst>
              <a:gd name="adj" fmla="val 20225"/>
            </a:avLst>
          </a:prstGeom>
          <a:solidFill>
            <a:srgbClr val="235F9C"/>
          </a:solidFill>
          <a:ln/>
        </p:spPr>
      </p:sp>
      <p:sp>
        <p:nvSpPr>
          <p:cNvPr id="6" name="Shape 4"/>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8"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9" name="Text 5"/>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1" name="Text 6"/>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Text 7"/>
          <p:cNvSpPr/>
          <p:nvPr/>
        </p:nvSpPr>
        <p:spPr>
          <a:xfrm>
            <a:off x="952500" y="2266950"/>
            <a:ext cx="9429750"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Apa itu User Interface (UI)?</a:t>
            </a:r>
            <a:endParaRPr lang="en-US" sz="4800" dirty="0"/>
          </a:p>
        </p:txBody>
      </p:sp>
      <p:sp>
        <p:nvSpPr>
          <p:cNvPr id="13" name="Shape 8"/>
          <p:cNvSpPr/>
          <p:nvPr/>
        </p:nvSpPr>
        <p:spPr>
          <a:xfrm>
            <a:off x="952500" y="3348930"/>
            <a:ext cx="8572500" cy="1466850"/>
          </a:xfrm>
          <a:prstGeom prst="roundRect">
            <a:avLst>
              <a:gd name="adj" fmla="val 10390"/>
            </a:avLst>
          </a:prstGeom>
          <a:solidFill>
            <a:srgbClr val="FCC112"/>
          </a:solidFill>
          <a:ln/>
        </p:spPr>
      </p:sp>
      <p:sp>
        <p:nvSpPr>
          <p:cNvPr id="14" name="Text 9"/>
          <p:cNvSpPr/>
          <p:nvPr/>
        </p:nvSpPr>
        <p:spPr>
          <a:xfrm>
            <a:off x="1371600" y="3558480"/>
            <a:ext cx="7991475" cy="1085850"/>
          </a:xfrm>
          <a:prstGeom prst="rect">
            <a:avLst/>
          </a:prstGeom>
          <a:noFill/>
          <a:ln/>
        </p:spPr>
        <p:txBody>
          <a:bodyPr wrap="square" lIns="25400" tIns="25400" rIns="25400" bIns="25400" rtlCol="0" anchor="t">
            <a:normAutofit/>
          </a:bodyPr>
          <a:lstStyle/>
          <a:p>
            <a:pPr algn="l" indent="0" marL="0">
              <a:lnSpc>
                <a:spcPct val="87766"/>
              </a:lnSpc>
              <a:buNone/>
            </a:pPr>
            <a:r>
              <a:rPr lang="en-US" sz="3750" b="1" dirty="0">
                <a:solidFill>
                  <a:srgbClr val="000000"/>
                </a:solidFill>
                <a:latin typeface="Bai Jamjuree" pitchFamily="34" charset="0"/>
                <a:ea typeface="Bai Jamjuree" pitchFamily="34" charset="-122"/>
                <a:cs typeface="Bai Jamjuree" pitchFamily="34" charset="-120"/>
              </a:rPr>
              <a:t>Tampilan yang kamu lihat &amp; sentuh</a:t>
            </a:r>
            <a:endParaRPr lang="en-US" sz="3750" dirty="0"/>
          </a:p>
        </p:txBody>
      </p:sp>
      <p:sp>
        <p:nvSpPr>
          <p:cNvPr id="15" name="Shape 10"/>
          <p:cNvSpPr/>
          <p:nvPr/>
        </p:nvSpPr>
        <p:spPr>
          <a:xfrm>
            <a:off x="952500" y="4815780"/>
            <a:ext cx="8572500" cy="2468563"/>
          </a:xfrm>
          <a:prstGeom prst="rect">
            <a:avLst/>
          </a:prstGeom>
          <a:solidFill>
            <a:srgbClr val="235F9C"/>
          </a:solidFill>
          <a:ln/>
        </p:spPr>
      </p:sp>
      <p:sp>
        <p:nvSpPr>
          <p:cNvPr id="16" name="Text 11"/>
          <p:cNvSpPr/>
          <p:nvPr/>
        </p:nvSpPr>
        <p:spPr>
          <a:xfrm>
            <a:off x="1409700" y="5196780"/>
            <a:ext cx="7915275" cy="1744663"/>
          </a:xfrm>
          <a:prstGeom prst="rect">
            <a:avLst/>
          </a:prstGeom>
          <a:noFill/>
          <a:ln/>
        </p:spPr>
        <p:txBody>
          <a:bodyPr wrap="square" lIns="25400" tIns="25400" rIns="25400" bIns="25400" rtlCol="0" anchor="t">
            <a:normAutofit/>
          </a:bodyPr>
          <a:lstStyle/>
          <a:p>
            <a:pPr algn="l" indent="0" marL="0">
              <a:lnSpc>
                <a:spcPct val="112000"/>
              </a:lnSpc>
              <a:buNone/>
            </a:pPr>
            <a:r>
              <a:rPr lang="en-US" sz="2400" dirty="0">
                <a:solidFill>
                  <a:srgbClr val="FFFFFF"/>
                </a:solidFill>
                <a:highlight>
                  <a:srgbClr val="235F9C"/>
                </a:highlight>
                <a:latin typeface="Bai Jamjuree" pitchFamily="34" charset="0"/>
                <a:ea typeface="Bai Jamjuree" pitchFamily="34" charset="-122"/>
                <a:cs typeface="Bai Jamjuree" pitchFamily="34" charset="-120"/>
              </a:rPr>
              <a:t>User Interface adalah segala elemen visual yang menjembatani pengguna dengan produk — tombol, warna, tipografi, ikon, dan tata letak. Singkatnya, UI adalah </a:t>
            </a:r>
            <a:pPr algn="l" indent="0" marL="0">
              <a:lnSpc>
                <a:spcPct val="112000"/>
              </a:lnSpc>
              <a:buNone/>
            </a:pPr>
            <a:r>
              <a:rPr lang="en-US" sz="2400" b="1" dirty="0">
                <a:solidFill>
                  <a:srgbClr val="FFFFFF"/>
                </a:solidFill>
                <a:latin typeface="Bai Jamjuree" pitchFamily="34" charset="0"/>
                <a:ea typeface="Bai Jamjuree" pitchFamily="34" charset="-122"/>
                <a:cs typeface="Bai Jamjuree" pitchFamily="34" charset="-120"/>
              </a:rPr>
              <a:t>wajah </a:t>
            </a:r>
            <a:pPr algn="l" indent="0" marL="0">
              <a:lnSpc>
                <a:spcPct val="112000"/>
              </a:lnSpc>
              <a:buNone/>
            </a:pPr>
            <a:r>
              <a:rPr lang="en-US" sz="2400" dirty="0">
                <a:solidFill>
                  <a:srgbClr val="FFFFFF"/>
                </a:solidFill>
                <a:highlight>
                  <a:srgbClr val="235F9C"/>
                </a:highlight>
                <a:latin typeface="Bai Jamjuree" pitchFamily="34" charset="0"/>
                <a:ea typeface="Bai Jamjuree" pitchFamily="34" charset="-122"/>
                <a:cs typeface="Bai Jamjuree" pitchFamily="34" charset="-120"/>
              </a:rPr>
              <a:t>dari sebuah produk digital.</a:t>
            </a:r>
            <a:endParaRPr lang="en-US" sz="2400" dirty="0"/>
          </a:p>
        </p:txBody>
      </p:sp>
      <p:sp>
        <p:nvSpPr>
          <p:cNvPr id="17" name="Shape 12"/>
          <p:cNvSpPr/>
          <p:nvPr/>
        </p:nvSpPr>
        <p:spPr>
          <a:xfrm>
            <a:off x="952500" y="7665343"/>
            <a:ext cx="8572500" cy="1462881"/>
          </a:xfrm>
          <a:prstGeom prst="roundRect">
            <a:avLst>
              <a:gd name="adj" fmla="val 10418"/>
            </a:avLst>
          </a:prstGeom>
          <a:solidFill>
            <a:srgbClr val="FCC112"/>
          </a:solidFill>
          <a:ln/>
        </p:spPr>
      </p:sp>
      <p:sp>
        <p:nvSpPr>
          <p:cNvPr id="18" name="Text 13"/>
          <p:cNvSpPr/>
          <p:nvPr/>
        </p:nvSpPr>
        <p:spPr>
          <a:xfrm>
            <a:off x="1333500" y="7970143"/>
            <a:ext cx="806767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Contoh: susunan menu, warna tombol, dan ikon pada aplikasi tiket.com di samping.</a:t>
            </a:r>
            <a:endParaRPr lang="en-US" sz="2400" dirty="0"/>
          </a:p>
        </p:txBody>
      </p:sp>
      <p:sp>
        <p:nvSpPr>
          <p:cNvPr id="19" name="Shape 14"/>
          <p:cNvSpPr/>
          <p:nvPr/>
        </p:nvSpPr>
        <p:spPr>
          <a:xfrm>
            <a:off x="13487400" y="1428750"/>
            <a:ext cx="3657600" cy="7562850"/>
          </a:xfrm>
          <a:prstGeom prst="roundRect">
            <a:avLst>
              <a:gd name="adj" fmla="val 12500"/>
            </a:avLst>
          </a:prstGeom>
          <a:solidFill>
            <a:srgbClr val="FFFFFF"/>
          </a:solidFill>
          <a:ln w="114300">
            <a:solidFill>
              <a:srgbClr val="023161"/>
            </a:solidFill>
            <a:prstDash val="solid"/>
          </a:ln>
          <a:effectLst>
            <a:outerShdw sx="100000" sy="100000" kx="0" ky="0" algn="bl" rotWithShape="0" blurRad="762000" dist="381000" dir="5400000">
              <a:srgbClr val="010834">
                <a:alpha val="28000"/>
              </a:srgbClr>
            </a:outerShdw>
          </a:effectLst>
        </p:spPr>
      </p:sp>
      <p:pic>
        <p:nvPicPr>
          <p:cNvPr id="20" name="Image 3" descr="preencoded.png">    </p:cNvPr>
          <p:cNvPicPr>
            <a:picLocks noChangeAspect="1"/>
          </p:cNvPicPr>
          <p:nvPr/>
        </p:nvPicPr>
        <p:blipFill>
          <a:blip r:embed="rId4"/>
          <a:srcRect l="0" r="0" t="605" b="605"/>
          <a:stretch/>
        </p:blipFill>
        <p:spPr>
          <a:xfrm>
            <a:off x="13601700" y="1543050"/>
            <a:ext cx="3429000" cy="7334250"/>
          </a:xfrm>
          <a:prstGeom prst="rect">
            <a:avLst/>
          </a:prstGeom>
        </p:spPr>
      </p:pic>
      <p:sp>
        <p:nvSpPr>
          <p:cNvPr id="21" name="Shape 15"/>
          <p:cNvSpPr/>
          <p:nvPr/>
        </p:nvSpPr>
        <p:spPr>
          <a:xfrm>
            <a:off x="0" y="9372600"/>
            <a:ext cx="18288000" cy="914400"/>
          </a:xfrm>
          <a:prstGeom prst="rect">
            <a:avLst/>
          </a:prstGeom>
          <a:solidFill>
            <a:srgbClr val="BBDDFF"/>
          </a:solidFill>
          <a:ln/>
        </p:spPr>
      </p:sp>
      <p:sp>
        <p:nvSpPr>
          <p:cNvPr id="22" name="Text 16"/>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23" name="Text 17"/>
          <p:cNvSpPr/>
          <p:nvPr/>
        </p:nvSpPr>
        <p:spPr>
          <a:xfrm>
            <a:off x="13680084" y="9661525"/>
            <a:ext cx="402095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Pengertian User Interface (UI)</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571500" y="7239000"/>
            <a:ext cx="2286000" cy="2476500"/>
          </a:xfrm>
          <a:prstGeom prst="roundRect">
            <a:avLst>
              <a:gd name="adj" fmla="val 2500"/>
            </a:avLst>
          </a:prstGeom>
          <a:solidFill>
            <a:srgbClr val="FFFFFF">
              <a:alpha val="22000"/>
            </a:srgbClr>
          </a:solidFill>
          <a:ln/>
        </p:spPr>
      </p:sp>
      <p:sp>
        <p:nvSpPr>
          <p:cNvPr id="4" name="Shape 2"/>
          <p:cNvSpPr/>
          <p:nvPr/>
        </p:nvSpPr>
        <p:spPr>
          <a:xfrm>
            <a:off x="15621000" y="381000"/>
            <a:ext cx="1524000" cy="1524000"/>
          </a:xfrm>
          <a:prstGeom prst="roundRect">
            <a:avLst>
              <a:gd name="adj" fmla="val 3750"/>
            </a:avLst>
          </a:prstGeom>
          <a:solidFill>
            <a:srgbClr val="FFFFFF">
              <a:alpha val="27000"/>
            </a:srgbClr>
          </a:solidFill>
          <a:ln/>
        </p:spPr>
      </p:sp>
      <p:sp>
        <p:nvSpPr>
          <p:cNvPr id="5" name="Shape 3"/>
          <p:cNvSpPr/>
          <p:nvPr/>
        </p:nvSpPr>
        <p:spPr>
          <a:xfrm>
            <a:off x="952500" y="685800"/>
            <a:ext cx="4648696" cy="847725"/>
          </a:xfrm>
          <a:prstGeom prst="roundRect">
            <a:avLst>
              <a:gd name="adj" fmla="val 20225"/>
            </a:avLst>
          </a:prstGeom>
          <a:solidFill>
            <a:srgbClr val="235F9C"/>
          </a:solidFill>
          <a:ln/>
        </p:spPr>
      </p:sp>
      <p:sp>
        <p:nvSpPr>
          <p:cNvPr id="6" name="Shape 4"/>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8"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9" name="Text 5"/>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1" name="Text 6"/>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Text 7"/>
          <p:cNvSpPr/>
          <p:nvPr/>
        </p:nvSpPr>
        <p:spPr>
          <a:xfrm>
            <a:off x="952500" y="2266950"/>
            <a:ext cx="804481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Apa itu User Experience (UX)?</a:t>
            </a:r>
            <a:endParaRPr lang="en-US" sz="4800" dirty="0"/>
          </a:p>
        </p:txBody>
      </p:sp>
      <p:sp>
        <p:nvSpPr>
          <p:cNvPr id="13" name="Shape 8"/>
          <p:cNvSpPr/>
          <p:nvPr/>
        </p:nvSpPr>
        <p:spPr>
          <a:xfrm>
            <a:off x="952500" y="4049911"/>
            <a:ext cx="7810500" cy="1466850"/>
          </a:xfrm>
          <a:prstGeom prst="roundRect">
            <a:avLst>
              <a:gd name="adj" fmla="val 10390"/>
            </a:avLst>
          </a:prstGeom>
          <a:solidFill>
            <a:srgbClr val="FCC112"/>
          </a:solidFill>
          <a:ln/>
        </p:spPr>
      </p:sp>
      <p:sp>
        <p:nvSpPr>
          <p:cNvPr id="14" name="Text 9"/>
          <p:cNvSpPr/>
          <p:nvPr/>
        </p:nvSpPr>
        <p:spPr>
          <a:xfrm>
            <a:off x="1371600" y="4259461"/>
            <a:ext cx="7206615" cy="1085850"/>
          </a:xfrm>
          <a:prstGeom prst="rect">
            <a:avLst/>
          </a:prstGeom>
          <a:noFill/>
          <a:ln/>
        </p:spPr>
        <p:txBody>
          <a:bodyPr wrap="square" lIns="25400" tIns="25400" rIns="25400" bIns="25400" rtlCol="0" anchor="t">
            <a:normAutofit/>
          </a:bodyPr>
          <a:lstStyle/>
          <a:p>
            <a:pPr algn="l" indent="0" marL="0">
              <a:lnSpc>
                <a:spcPct val="87766"/>
              </a:lnSpc>
              <a:buNone/>
            </a:pPr>
            <a:r>
              <a:rPr lang="en-US" sz="3750" b="1" dirty="0">
                <a:solidFill>
                  <a:srgbClr val="000000"/>
                </a:solidFill>
                <a:latin typeface="Bai Jamjuree" pitchFamily="34" charset="0"/>
                <a:ea typeface="Bai Jamjuree" pitchFamily="34" charset="-122"/>
                <a:cs typeface="Bai Jamjuree" pitchFamily="34" charset="-120"/>
              </a:rPr>
              <a:t>Rasa &amp; kemudahan saat memakainya</a:t>
            </a:r>
            <a:endParaRPr lang="en-US" sz="3750" dirty="0"/>
          </a:p>
        </p:txBody>
      </p:sp>
      <p:sp>
        <p:nvSpPr>
          <p:cNvPr id="15" name="Shape 10"/>
          <p:cNvSpPr/>
          <p:nvPr/>
        </p:nvSpPr>
        <p:spPr>
          <a:xfrm>
            <a:off x="952500" y="5516761"/>
            <a:ext cx="7810500" cy="2895203"/>
          </a:xfrm>
          <a:prstGeom prst="rect">
            <a:avLst/>
          </a:prstGeom>
          <a:solidFill>
            <a:srgbClr val="235F9C"/>
          </a:solidFill>
          <a:ln/>
        </p:spPr>
      </p:sp>
      <p:sp>
        <p:nvSpPr>
          <p:cNvPr id="16" name="Text 11"/>
          <p:cNvSpPr/>
          <p:nvPr/>
        </p:nvSpPr>
        <p:spPr>
          <a:xfrm>
            <a:off x="1409700" y="5897761"/>
            <a:ext cx="7130415" cy="2171303"/>
          </a:xfrm>
          <a:prstGeom prst="rect">
            <a:avLst/>
          </a:prstGeom>
          <a:noFill/>
          <a:ln/>
        </p:spPr>
        <p:txBody>
          <a:bodyPr wrap="square" lIns="25400" tIns="25400" rIns="25400" bIns="25400" rtlCol="0" anchor="t">
            <a:normAutofit/>
          </a:bodyPr>
          <a:lstStyle/>
          <a:p>
            <a:pPr algn="l" indent="0" marL="0">
              <a:lnSpc>
                <a:spcPct val="112000"/>
              </a:lnSpc>
              <a:buNone/>
            </a:pPr>
            <a:r>
              <a:rPr lang="en-US" sz="2400" dirty="0">
                <a:solidFill>
                  <a:srgbClr val="FFFFFF"/>
                </a:solidFill>
                <a:latin typeface="Bai Jamjuree" pitchFamily="34" charset="0"/>
                <a:ea typeface="Bai Jamjuree" pitchFamily="34" charset="-122"/>
                <a:cs typeface="Bai Jamjuree" pitchFamily="34" charset="-120"/>
              </a:rPr>
              <a:t>User Experience adalah keseluruhan pengalaman &amp; perasaan pengguna ketika berinteraksi dengan produk — apakah terasa mudah, nyaman, dan menyenangkan, atau justru membingungkan.</a:t>
            </a:r>
            <a:endParaRPr lang="en-US" sz="2400" dirty="0"/>
          </a:p>
        </p:txBody>
      </p:sp>
      <p:sp>
        <p:nvSpPr>
          <p:cNvPr id="17" name="Shape 12"/>
          <p:cNvSpPr/>
          <p:nvPr/>
        </p:nvSpPr>
        <p:spPr>
          <a:xfrm>
            <a:off x="952500" y="8792964"/>
            <a:ext cx="7810500" cy="1889522"/>
          </a:xfrm>
          <a:prstGeom prst="roundRect">
            <a:avLst>
              <a:gd name="adj" fmla="val 8066"/>
            </a:avLst>
          </a:prstGeom>
          <a:solidFill>
            <a:srgbClr val="FCC112"/>
          </a:solidFill>
          <a:ln/>
        </p:spPr>
      </p:sp>
      <p:sp>
        <p:nvSpPr>
          <p:cNvPr id="18" name="Text 13"/>
          <p:cNvSpPr/>
          <p:nvPr/>
        </p:nvSpPr>
        <p:spPr>
          <a:xfrm>
            <a:off x="1333500" y="9097764"/>
            <a:ext cx="7282815" cy="1318022"/>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Ibarat rumah: UI adalah tampilan &amp; catnya, UX adalah kenyamanan saat kamu tinggal di dalamnya.</a:t>
            </a:r>
            <a:endParaRPr lang="en-US" sz="2400" dirty="0"/>
          </a:p>
        </p:txBody>
      </p:sp>
      <p:sp>
        <p:nvSpPr>
          <p:cNvPr id="19" name="Shape 14"/>
          <p:cNvSpPr/>
          <p:nvPr/>
        </p:nvSpPr>
        <p:spPr>
          <a:xfrm>
            <a:off x="10934700" y="2038350"/>
            <a:ext cx="6438900" cy="6438900"/>
          </a:xfrm>
          <a:prstGeom prst="roundRect">
            <a:avLst>
              <a:gd name="adj" fmla="val 3550"/>
            </a:avLst>
          </a:prstGeom>
          <a:ln w="76200">
            <a:solidFill>
              <a:srgbClr val="FFFFFF"/>
            </a:solidFill>
            <a:prstDash val="solid"/>
          </a:ln>
          <a:effectLst>
            <a:outerShdw sx="100000" sy="100000" kx="0" ky="0" algn="bl" rotWithShape="0" blurRad="571500" dist="285750" dir="5400000">
              <a:srgbClr val="010834">
                <a:alpha val="22000"/>
              </a:srgbClr>
            </a:outerShdw>
          </a:effectLst>
        </p:spPr>
      </p:sp>
      <p:pic>
        <p:nvPicPr>
          <p:cNvPr id="20" name="Image 3" descr="preencoded.png">    </p:cNvPr>
          <p:cNvPicPr>
            <a:picLocks noChangeAspect="1"/>
          </p:cNvPicPr>
          <p:nvPr/>
        </p:nvPicPr>
        <p:blipFill>
          <a:blip r:embed="rId4"/>
          <a:srcRect l="0" r="0" t="0" b="0"/>
          <a:stretch/>
        </p:blipFill>
        <p:spPr>
          <a:xfrm>
            <a:off x="11010900" y="2114550"/>
            <a:ext cx="6286500" cy="6286500"/>
          </a:xfrm>
          <a:prstGeom prst="rect">
            <a:avLst/>
          </a:prstGeom>
        </p:spPr>
      </p:pic>
      <p:sp>
        <p:nvSpPr>
          <p:cNvPr id="21" name="Shape 15"/>
          <p:cNvSpPr/>
          <p:nvPr/>
        </p:nvSpPr>
        <p:spPr>
          <a:xfrm>
            <a:off x="0" y="9372600"/>
            <a:ext cx="18288000" cy="914400"/>
          </a:xfrm>
          <a:prstGeom prst="rect">
            <a:avLst/>
          </a:prstGeom>
          <a:solidFill>
            <a:srgbClr val="BBDDFF"/>
          </a:solidFill>
          <a:ln/>
        </p:spPr>
      </p:sp>
      <p:sp>
        <p:nvSpPr>
          <p:cNvPr id="22" name="Text 16"/>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23" name="Text 17"/>
          <p:cNvSpPr/>
          <p:nvPr/>
        </p:nvSpPr>
        <p:spPr>
          <a:xfrm>
            <a:off x="13308806" y="9661525"/>
            <a:ext cx="442936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Pengertian User Experience (UX)</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5F9C"/>
          </a:solidFill>
          <a:ln/>
        </p:spPr>
      </p:sp>
      <p:pic>
        <p:nvPicPr>
          <p:cNvPr id="3"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5" name="Text 2"/>
          <p:cNvSpPr/>
          <p:nvPr/>
        </p:nvSpPr>
        <p:spPr>
          <a:xfrm>
            <a:off x="12891492" y="1143000"/>
            <a:ext cx="4888409"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02</a:t>
            </a:r>
            <a:endParaRPr lang="en-US" sz="27000" dirty="0"/>
          </a:p>
        </p:txBody>
      </p:sp>
      <p:sp>
        <p:nvSpPr>
          <p:cNvPr id="6" name="Shape 3"/>
          <p:cNvSpPr/>
          <p:nvPr/>
        </p:nvSpPr>
        <p:spPr>
          <a:xfrm>
            <a:off x="1143000" y="1143000"/>
            <a:ext cx="2387898" cy="847725"/>
          </a:xfrm>
          <a:prstGeom prst="roundRect">
            <a:avLst>
              <a:gd name="adj" fmla="val 20225"/>
            </a:avLst>
          </a:prstGeom>
          <a:solidFill>
            <a:srgbClr val="235F9C"/>
          </a:solidFill>
          <a:ln/>
        </p:spPr>
      </p:sp>
      <p:sp>
        <p:nvSpPr>
          <p:cNvPr id="7" name="Shape 4"/>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8"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9"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10" name="Shape 5"/>
          <p:cNvSpPr/>
          <p:nvPr/>
        </p:nvSpPr>
        <p:spPr>
          <a:xfrm>
            <a:off x="1143000" y="3810000"/>
            <a:ext cx="2217440" cy="685800"/>
          </a:xfrm>
          <a:prstGeom prst="rect">
            <a:avLst/>
          </a:prstGeom>
          <a:solidFill>
            <a:srgbClr val="023161"/>
          </a:solidFill>
          <a:ln/>
        </p:spPr>
      </p:sp>
      <p:sp>
        <p:nvSpPr>
          <p:cNvPr id="11" name="Text 6"/>
          <p:cNvSpPr/>
          <p:nvPr/>
        </p:nvSpPr>
        <p:spPr>
          <a:xfrm>
            <a:off x="1447800" y="3962400"/>
            <a:ext cx="1684040"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02</a:t>
            </a:r>
            <a:endParaRPr lang="en-US" sz="2400" dirty="0"/>
          </a:p>
        </p:txBody>
      </p:sp>
      <p:sp>
        <p:nvSpPr>
          <p:cNvPr id="12" name="Text 7"/>
          <p:cNvSpPr/>
          <p:nvPr/>
        </p:nvSpPr>
        <p:spPr>
          <a:xfrm>
            <a:off x="1143000" y="4914900"/>
            <a:ext cx="14813211" cy="2049661"/>
          </a:xfrm>
          <a:prstGeom prst="rect">
            <a:avLst/>
          </a:prstGeom>
          <a:noFill/>
          <a:ln/>
        </p:spPr>
        <p:txBody>
          <a:bodyPr wrap="square" lIns="25400" tIns="25400" rIns="25400" bIns="25400" rtlCol="0" anchor="t">
            <a:normAutofit/>
          </a:bodyPr>
          <a:lstStyle/>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Kira Kira Kamu Udah Tahu Belum</a:t>
            </a:r>
            <a:endParaRPr lang="en-US" sz="7200" dirty="0"/>
          </a:p>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Perbedaan UI dan UX?</a:t>
            </a:r>
            <a:endParaRPr lang="en-US" sz="7200" dirty="0"/>
          </a:p>
        </p:txBody>
      </p:sp>
      <p:sp>
        <p:nvSpPr>
          <p:cNvPr id="13" name="Text 8"/>
          <p:cNvSpPr/>
          <p:nvPr/>
        </p:nvSpPr>
        <p:spPr>
          <a:xfrm>
            <a:off x="1143000" y="7707511"/>
            <a:ext cx="10791825" cy="105152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Biar gampang, yuk kita bahas pakai analogi dan contoh kasus nyata!</a:t>
            </a:r>
            <a:endParaRPr lang="en-US" sz="2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5F9C"/>
          </a:solidFill>
          <a:ln/>
        </p:spPr>
      </p:sp>
      <p:pic>
        <p:nvPicPr>
          <p:cNvPr id="3"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5" name="Shape 2"/>
          <p:cNvSpPr/>
          <p:nvPr/>
        </p:nvSpPr>
        <p:spPr>
          <a:xfrm>
            <a:off x="1143000" y="952500"/>
            <a:ext cx="4648696" cy="847725"/>
          </a:xfrm>
          <a:prstGeom prst="roundRect">
            <a:avLst>
              <a:gd name="adj" fmla="val 20225"/>
            </a:avLst>
          </a:prstGeom>
          <a:solidFill>
            <a:srgbClr val="235F9C"/>
          </a:solidFill>
          <a:ln/>
        </p:spPr>
      </p:sp>
      <p:sp>
        <p:nvSpPr>
          <p:cNvPr id="6" name="Shape 3"/>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9" name="Text 4"/>
          <p:cNvSpPr/>
          <p:nvPr/>
        </p:nvSpPr>
        <p:spPr>
          <a:xfrm>
            <a:off x="3473748" y="12080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3" descr="preencoded.png">    </p:cNvPr>
          <p:cNvPicPr>
            <a:picLocks noChangeAspect="1"/>
          </p:cNvPicPr>
          <p:nvPr/>
        </p:nvPicPr>
        <p:blipFill>
          <a:blip r:embed="rId4"/>
          <a:stretch>
            <a:fillRect/>
          </a:stretch>
        </p:blipFill>
        <p:spPr>
          <a:xfrm>
            <a:off x="3878957" y="1185863"/>
            <a:ext cx="537865" cy="381000"/>
          </a:xfrm>
          <a:prstGeom prst="rect">
            <a:avLst/>
          </a:prstGeom>
        </p:spPr>
      </p:pic>
      <p:sp>
        <p:nvSpPr>
          <p:cNvPr id="11" name="Text 5"/>
          <p:cNvSpPr/>
          <p:nvPr/>
        </p:nvSpPr>
        <p:spPr>
          <a:xfrm>
            <a:off x="4683522" y="12334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Text 6"/>
          <p:cNvSpPr/>
          <p:nvPr/>
        </p:nvSpPr>
        <p:spPr>
          <a:xfrm>
            <a:off x="1143000" y="3143250"/>
            <a:ext cx="14716125" cy="1615281"/>
          </a:xfrm>
          <a:prstGeom prst="rect">
            <a:avLst/>
          </a:prstGeom>
          <a:noFill/>
          <a:ln/>
        </p:spPr>
        <p:txBody>
          <a:bodyPr wrap="square" lIns="25400" tIns="25400" rIns="25400" bIns="25400" rtlCol="0" anchor="t">
            <a:normAutofit/>
          </a:bodyPr>
          <a:lstStyle/>
          <a:p>
            <a:pPr algn="l" indent="0" marL="0">
              <a:lnSpc>
                <a:spcPct val="92000"/>
              </a:lnSpc>
              <a:buNone/>
            </a:pPr>
            <a:r>
              <a:rPr lang="en-US" sz="5400" b="1" dirty="0">
                <a:solidFill>
                  <a:srgbClr val="FFFFFF"/>
                </a:solidFill>
                <a:latin typeface="Bai Jamjuree" pitchFamily="34" charset="0"/>
                <a:ea typeface="Bai Jamjuree" pitchFamily="34" charset="-122"/>
                <a:cs typeface="Bai Jamjuree" pitchFamily="34" charset="-120"/>
              </a:rPr>
              <a:t>Udah Dengar Kata UI dan UX, Tapi Masih Bingung Bedanya?</a:t>
            </a:r>
            <a:endParaRPr lang="en-US" sz="5400" dirty="0"/>
          </a:p>
        </p:txBody>
      </p:sp>
      <p:sp>
        <p:nvSpPr>
          <p:cNvPr id="13" name="Text 7"/>
          <p:cNvSpPr/>
          <p:nvPr/>
        </p:nvSpPr>
        <p:spPr>
          <a:xfrm>
            <a:off x="1143000" y="5063332"/>
            <a:ext cx="13244513"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Coba bayangkan kamu lagi pakai aplikasi belanja online. Tampilannya rapi, warnanya enak dilihat, tombolnya jelas — itu urusan UI. Tapi kalau kamu bisa belanja dengan mudah, cepat, dan tidak bingung — itu urusan UX.</a:t>
            </a:r>
            <a:endParaRPr lang="en-US" sz="2550" dirty="0"/>
          </a:p>
        </p:txBody>
      </p:sp>
      <p:sp>
        <p:nvSpPr>
          <p:cNvPr id="14" name="Shape 8"/>
          <p:cNvSpPr/>
          <p:nvPr/>
        </p:nvSpPr>
        <p:spPr>
          <a:xfrm>
            <a:off x="1143000" y="6863557"/>
            <a:ext cx="13144500" cy="1462881"/>
          </a:xfrm>
          <a:prstGeom prst="roundRect">
            <a:avLst>
              <a:gd name="adj" fmla="val 10418"/>
            </a:avLst>
          </a:prstGeom>
          <a:solidFill>
            <a:srgbClr val="FCC112"/>
          </a:solidFill>
          <a:ln/>
        </p:spPr>
      </p:sp>
      <p:sp>
        <p:nvSpPr>
          <p:cNvPr id="15" name="Text 9"/>
          <p:cNvSpPr/>
          <p:nvPr/>
        </p:nvSpPr>
        <p:spPr>
          <a:xfrm>
            <a:off x="1524000" y="7168357"/>
            <a:ext cx="1277683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"Tombolnya udah bagus, tapi kenapa aku tetap bingung cara checkout?" — itu tanda UI-nya oke, tapi UX-nya masih perlu dibenahi.</a:t>
            </a:r>
            <a:endParaRPr lang="en-US" sz="2400" dirty="0"/>
          </a:p>
        </p:txBody>
      </p:sp>
      <p:sp>
        <p:nvSpPr>
          <p:cNvPr id="16" name="Text 10"/>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17" name="Text 11"/>
          <p:cNvSpPr/>
          <p:nvPr/>
        </p:nvSpPr>
        <p:spPr>
          <a:xfrm>
            <a:off x="14717217" y="9661525"/>
            <a:ext cx="288011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Perbedaan UI dan UX</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430500" y="-190500"/>
            <a:ext cx="1905000" cy="20955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Shape 6"/>
          <p:cNvSpPr/>
          <p:nvPr/>
        </p:nvSpPr>
        <p:spPr>
          <a:xfrm>
            <a:off x="952500" y="2266950"/>
            <a:ext cx="2623443" cy="685800"/>
          </a:xfrm>
          <a:prstGeom prst="rect">
            <a:avLst/>
          </a:prstGeom>
          <a:solidFill>
            <a:srgbClr val="023161"/>
          </a:solidFill>
          <a:ln/>
        </p:spPr>
      </p:sp>
      <p:sp>
        <p:nvSpPr>
          <p:cNvPr id="12" name="Text 7"/>
          <p:cNvSpPr/>
          <p:nvPr/>
        </p:nvSpPr>
        <p:spPr>
          <a:xfrm>
            <a:off x="1257300" y="2419350"/>
            <a:ext cx="2092546"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STUDI KASUS</a:t>
            </a:r>
            <a:endParaRPr lang="en-US" sz="2400" dirty="0"/>
          </a:p>
        </p:txBody>
      </p:sp>
      <p:sp>
        <p:nvSpPr>
          <p:cNvPr id="13" name="Text 8"/>
          <p:cNvSpPr/>
          <p:nvPr/>
        </p:nvSpPr>
        <p:spPr>
          <a:xfrm>
            <a:off x="952500" y="3295650"/>
            <a:ext cx="9810750"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Tombol Pembayaran di Aplikasi Pesan-Antar Makanan</a:t>
            </a:r>
            <a:endParaRPr lang="en-US" sz="4800" dirty="0"/>
          </a:p>
        </p:txBody>
      </p:sp>
      <p:sp>
        <p:nvSpPr>
          <p:cNvPr id="14" name="Text 9"/>
          <p:cNvSpPr/>
          <p:nvPr/>
        </p:nvSpPr>
        <p:spPr>
          <a:xfrm>
            <a:off x="952500" y="5040511"/>
            <a:ext cx="9810750" cy="1695450"/>
          </a:xfrm>
          <a:prstGeom prst="rect">
            <a:avLst/>
          </a:prstGeom>
          <a:noFill/>
          <a:ln/>
        </p:spPr>
        <p:txBody>
          <a:bodyPr wrap="square" lIns="25400" tIns="25400" rIns="25400" bIns="25400" rtlCol="0" anchor="t">
            <a:normAutofit/>
          </a:bodyPr>
          <a:lstStyle/>
          <a:p>
            <a:pPr algn="l" indent="0" marL="0">
              <a:lnSpc>
                <a:spcPct val="116518"/>
              </a:lnSpc>
              <a:buNone/>
            </a:pPr>
            <a:r>
              <a:rPr lang="en-US" sz="2250" dirty="0">
                <a:solidFill>
                  <a:srgbClr val="023161"/>
                </a:solidFill>
                <a:latin typeface="Bai Jamjuree" pitchFamily="34" charset="0"/>
                <a:ea typeface="Bai Jamjuree" pitchFamily="34" charset="-122"/>
                <a:cs typeface="Bai Jamjuree" pitchFamily="34" charset="-120"/>
              </a:rPr>
              <a:t>Sebuah perusahaan makanan cepat saji ingin membuat desain baru untuk tombol opsi pembayaran di halaman utama aplikasi pemesanan mereka. Manajer produk meminta UI Designer dan UX Designer berdiskusi menentukan bentuk tombol yang paling pas.</a:t>
            </a:r>
            <a:endParaRPr lang="en-US" sz="2250" dirty="0"/>
          </a:p>
        </p:txBody>
      </p:sp>
      <p:sp>
        <p:nvSpPr>
          <p:cNvPr id="15" name="Shape 10"/>
          <p:cNvSpPr/>
          <p:nvPr/>
        </p:nvSpPr>
        <p:spPr>
          <a:xfrm>
            <a:off x="952500" y="7040761"/>
            <a:ext cx="9525000" cy="1462881"/>
          </a:xfrm>
          <a:prstGeom prst="roundRect">
            <a:avLst>
              <a:gd name="adj" fmla="val 10418"/>
            </a:avLst>
          </a:prstGeom>
          <a:solidFill>
            <a:srgbClr val="FCC112"/>
          </a:solidFill>
          <a:ln/>
        </p:spPr>
      </p:sp>
      <p:sp>
        <p:nvSpPr>
          <p:cNvPr id="16" name="Text 11"/>
          <p:cNvSpPr/>
          <p:nvPr/>
        </p:nvSpPr>
        <p:spPr>
          <a:xfrm>
            <a:off x="1333500" y="7345561"/>
            <a:ext cx="9048750"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i="1" dirty="0">
                <a:solidFill>
                  <a:srgbClr val="000000"/>
                </a:solidFill>
                <a:latin typeface="Bai Jamjuree" pitchFamily="34" charset="0"/>
                <a:ea typeface="Bai Jamjuree" pitchFamily="34" charset="-122"/>
                <a:cs typeface="Bai Jamjuree" pitchFamily="34" charset="-120"/>
              </a:rPr>
              <a:t>Pertanyaannya: apa yang akan dipikirkan masing-masing designer? Lanjut ke slide berikutnya →</a:t>
            </a:r>
            <a:endParaRPr lang="en-US" sz="2400" dirty="0"/>
          </a:p>
        </p:txBody>
      </p:sp>
      <p:sp>
        <p:nvSpPr>
          <p:cNvPr id="17" name="Shape 12"/>
          <p:cNvSpPr/>
          <p:nvPr/>
        </p:nvSpPr>
        <p:spPr>
          <a:xfrm>
            <a:off x="13392150" y="1428750"/>
            <a:ext cx="3467100" cy="7181850"/>
          </a:xfrm>
          <a:prstGeom prst="roundRect">
            <a:avLst>
              <a:gd name="adj" fmla="val 13187"/>
            </a:avLst>
          </a:prstGeom>
          <a:solidFill>
            <a:srgbClr val="FFFFFF"/>
          </a:solidFill>
          <a:ln w="114300">
            <a:solidFill>
              <a:srgbClr val="023161"/>
            </a:solidFill>
            <a:prstDash val="solid"/>
          </a:ln>
          <a:effectLst>
            <a:outerShdw sx="100000" sy="100000" kx="0" ky="0" algn="bl" rotWithShape="0" blurRad="762000" dist="381000" dir="5400000">
              <a:srgbClr val="010834">
                <a:alpha val="28000"/>
              </a:srgbClr>
            </a:outerShdw>
          </a:effectLst>
        </p:spPr>
      </p:sp>
      <p:pic>
        <p:nvPicPr>
          <p:cNvPr id="18" name="Image 3" descr="preencoded.png">    </p:cNvPr>
          <p:cNvPicPr>
            <a:picLocks noChangeAspect="1"/>
          </p:cNvPicPr>
          <p:nvPr/>
        </p:nvPicPr>
        <p:blipFill>
          <a:blip r:embed="rId4"/>
          <a:srcRect l="8822" r="8822" t="0" b="0"/>
          <a:stretch/>
        </p:blipFill>
        <p:spPr>
          <a:xfrm>
            <a:off x="13506450" y="1543050"/>
            <a:ext cx="3238500" cy="6953250"/>
          </a:xfrm>
          <a:prstGeom prst="rect">
            <a:avLst/>
          </a:prstGeom>
        </p:spPr>
      </p:pic>
      <p:sp>
        <p:nvSpPr>
          <p:cNvPr id="19" name="Shape 13"/>
          <p:cNvSpPr/>
          <p:nvPr/>
        </p:nvSpPr>
        <p:spPr>
          <a:xfrm>
            <a:off x="0" y="9372600"/>
            <a:ext cx="18288000" cy="914400"/>
          </a:xfrm>
          <a:prstGeom prst="rect">
            <a:avLst/>
          </a:prstGeom>
          <a:solidFill>
            <a:srgbClr val="BBDDFF"/>
          </a:solidFill>
          <a:ln/>
        </p:spPr>
      </p:sp>
      <p:sp>
        <p:nvSpPr>
          <p:cNvPr id="20" name="Text 14"/>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21" name="Text 15"/>
          <p:cNvSpPr/>
          <p:nvPr/>
        </p:nvSpPr>
        <p:spPr>
          <a:xfrm>
            <a:off x="14717217" y="9661525"/>
            <a:ext cx="288011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Perbedaan UI dan UX</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000250"/>
            <a:ext cx="10513080"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Fokus Pertanyaan yang Berbeda</a:t>
            </a:r>
            <a:endParaRPr lang="en-US" sz="4800" dirty="0"/>
          </a:p>
        </p:txBody>
      </p:sp>
      <p:sp>
        <p:nvSpPr>
          <p:cNvPr id="11" name="Text 6"/>
          <p:cNvSpPr/>
          <p:nvPr/>
        </p:nvSpPr>
        <p:spPr>
          <a:xfrm>
            <a:off x="952500" y="2952750"/>
            <a:ext cx="15716250" cy="452438"/>
          </a:xfrm>
          <a:prstGeom prst="rect">
            <a:avLst/>
          </a:prstGeom>
          <a:noFill/>
          <a:ln/>
        </p:spPr>
        <p:txBody>
          <a:bodyPr wrap="square" lIns="25400" tIns="25400" rIns="25400" bIns="25400" rtlCol="0" anchor="t">
            <a:normAutofit/>
          </a:bodyPr>
          <a:lstStyle/>
          <a:p>
            <a:pPr algn="l" indent="0" marL="0">
              <a:lnSpc>
                <a:spcPct val="116518"/>
              </a:lnSpc>
              <a:buNone/>
            </a:pPr>
            <a:r>
              <a:rPr lang="en-US" sz="2250" dirty="0">
                <a:solidFill>
                  <a:srgbClr val="023161"/>
                </a:solidFill>
                <a:latin typeface="Bai Jamjuree" pitchFamily="34" charset="0"/>
                <a:ea typeface="Bai Jamjuree" pitchFamily="34" charset="-122"/>
                <a:cs typeface="Bai Jamjuree" pitchFamily="34" charset="-120"/>
              </a:rPr>
              <a:t>Dalam diskusi yang sama, UI dan UX Designer ternyata memikirkan hal yang berbeda.</a:t>
            </a:r>
            <a:endParaRPr lang="en-US" sz="2250" dirty="0"/>
          </a:p>
        </p:txBody>
      </p:sp>
      <p:sp>
        <p:nvSpPr>
          <p:cNvPr id="12" name="Shape 7"/>
          <p:cNvSpPr/>
          <p:nvPr/>
        </p:nvSpPr>
        <p:spPr>
          <a:xfrm>
            <a:off x="952500" y="3905250"/>
            <a:ext cx="8001000" cy="4310162"/>
          </a:xfrm>
          <a:prstGeom prst="roundRect">
            <a:avLst>
              <a:gd name="adj" fmla="val 3536"/>
            </a:avLst>
          </a:prstGeom>
          <a:ln/>
          <a:effectLst>
            <a:outerShdw sx="100000" sy="100000" kx="0" ky="0" algn="bl" rotWithShape="0" blurRad="571500" dist="285750" dir="5400000">
              <a:srgbClr val="010834">
                <a:alpha val="18000"/>
              </a:srgbClr>
            </a:outerShdw>
          </a:effectLst>
        </p:spPr>
      </p:sp>
      <p:sp>
        <p:nvSpPr>
          <p:cNvPr id="13" name="Shape 8"/>
          <p:cNvSpPr/>
          <p:nvPr/>
        </p:nvSpPr>
        <p:spPr>
          <a:xfrm>
            <a:off x="952500" y="3905250"/>
            <a:ext cx="8001000" cy="946150"/>
          </a:xfrm>
          <a:prstGeom prst="rect">
            <a:avLst/>
          </a:prstGeom>
          <a:solidFill>
            <a:srgbClr val="235F9C"/>
          </a:solidFill>
          <a:ln/>
        </p:spPr>
      </p:sp>
      <p:sp>
        <p:nvSpPr>
          <p:cNvPr id="14" name="Text 9"/>
          <p:cNvSpPr/>
          <p:nvPr/>
        </p:nvSpPr>
        <p:spPr>
          <a:xfrm>
            <a:off x="1333500" y="4152900"/>
            <a:ext cx="7479030" cy="488950"/>
          </a:xfrm>
          <a:prstGeom prst="rect">
            <a:avLst/>
          </a:prstGeom>
          <a:noFill/>
          <a:ln/>
        </p:spPr>
        <p:txBody>
          <a:bodyPr wrap="square" lIns="25400" tIns="25400" rIns="25400" bIns="25400" rtlCol="0" anchor="t">
            <a:normAutofit/>
          </a:bodyPr>
          <a:lstStyle/>
          <a:p>
            <a:pPr algn="l" indent="0" marL="0">
              <a:buNone/>
            </a:pPr>
            <a:r>
              <a:rPr lang="en-US" sz="2850" b="1" dirty="0">
                <a:solidFill>
                  <a:srgbClr val="FFFFFF"/>
                </a:solidFill>
                <a:latin typeface="Bai Jamjuree" pitchFamily="34" charset="0"/>
                <a:ea typeface="Bai Jamjuree" pitchFamily="34" charset="-122"/>
                <a:cs typeface="Bai Jamjuree" pitchFamily="34" charset="-120"/>
              </a:rPr>
              <a:t>UI Designer Bertanya</a:t>
            </a:r>
            <a:endParaRPr lang="en-US" sz="2850" dirty="0"/>
          </a:p>
        </p:txBody>
      </p:sp>
      <p:sp>
        <p:nvSpPr>
          <p:cNvPr id="15" name="Shape 10"/>
          <p:cNvSpPr/>
          <p:nvPr/>
        </p:nvSpPr>
        <p:spPr>
          <a:xfrm>
            <a:off x="952500" y="4851400"/>
            <a:ext cx="8001000" cy="3364012"/>
          </a:xfrm>
          <a:prstGeom prst="rect">
            <a:avLst/>
          </a:prstGeom>
          <a:solidFill>
            <a:srgbClr val="FFFFFF"/>
          </a:solidFill>
          <a:ln/>
        </p:spPr>
      </p:sp>
      <p:sp>
        <p:nvSpPr>
          <p:cNvPr id="16" name="Text 11"/>
          <p:cNvSpPr/>
          <p:nvPr/>
        </p:nvSpPr>
        <p:spPr>
          <a:xfrm>
            <a:off x="1333500" y="5194300"/>
            <a:ext cx="7962900" cy="424755"/>
          </a:xfrm>
          <a:prstGeom prst="rect">
            <a:avLst/>
          </a:prstGeom>
          <a:noFill/>
          <a:ln/>
        </p:spPr>
        <p:txBody>
          <a:bodyPr wrap="square" lIns="25400" tIns="25400" rIns="25400" bIns="25400" rtlCol="0" anchor="t">
            <a:normAutofit/>
          </a:bodyPr>
          <a:lstStyle/>
          <a:p>
            <a:pPr algn="l" indent="0" marL="0">
              <a:lnSpc>
                <a:spcPct val="114906"/>
              </a:lnSpc>
              <a:buNone/>
            </a:pPr>
            <a:r>
              <a:rPr lang="en-US" sz="2100" b="1" dirty="0">
                <a:solidFill>
                  <a:srgbClr val="023161"/>
                </a:solidFill>
                <a:latin typeface="Bai Jamjuree" pitchFamily="34" charset="0"/>
                <a:ea typeface="Bai Jamjuree" pitchFamily="34" charset="-122"/>
                <a:cs typeface="Bai Jamjuree" pitchFamily="34" charset="-120"/>
              </a:rPr>
              <a:t>"Warna apa yang paling pas untuk tombol ini?"</a:t>
            </a:r>
            <a:endParaRPr lang="en-US" sz="2100" dirty="0"/>
          </a:p>
        </p:txBody>
      </p:sp>
      <p:sp>
        <p:nvSpPr>
          <p:cNvPr id="17" name="Text 12"/>
          <p:cNvSpPr/>
          <p:nvPr/>
        </p:nvSpPr>
        <p:spPr>
          <a:xfrm>
            <a:off x="1333500" y="5790506"/>
            <a:ext cx="7962900" cy="424755"/>
          </a:xfrm>
          <a:prstGeom prst="rect">
            <a:avLst/>
          </a:prstGeom>
          <a:noFill/>
          <a:ln/>
        </p:spPr>
        <p:txBody>
          <a:bodyPr wrap="square" lIns="25400" tIns="25400" rIns="25400" bIns="25400" rtlCol="0" anchor="t">
            <a:normAutofit/>
          </a:bodyPr>
          <a:lstStyle/>
          <a:p>
            <a:pPr algn="l" indent="0" marL="0">
              <a:lnSpc>
                <a:spcPct val="114906"/>
              </a:lnSpc>
              <a:buNone/>
            </a:pPr>
            <a:r>
              <a:rPr lang="en-US" sz="2100" b="1" dirty="0">
                <a:solidFill>
                  <a:srgbClr val="023161"/>
                </a:solidFill>
                <a:latin typeface="Bai Jamjuree" pitchFamily="34" charset="0"/>
                <a:ea typeface="Bai Jamjuree" pitchFamily="34" charset="-122"/>
                <a:cs typeface="Bai Jamjuree" pitchFamily="34" charset="-120"/>
              </a:rPr>
              <a:t>"Bentuknya lebih bagus kotak atau bulat?"</a:t>
            </a:r>
            <a:endParaRPr lang="en-US" sz="2100" dirty="0"/>
          </a:p>
        </p:txBody>
      </p:sp>
      <p:sp>
        <p:nvSpPr>
          <p:cNvPr id="18" name="Text 13"/>
          <p:cNvSpPr/>
          <p:nvPr/>
        </p:nvSpPr>
        <p:spPr>
          <a:xfrm>
            <a:off x="1333500" y="6386711"/>
            <a:ext cx="7962900" cy="424755"/>
          </a:xfrm>
          <a:prstGeom prst="rect">
            <a:avLst/>
          </a:prstGeom>
          <a:noFill/>
          <a:ln/>
        </p:spPr>
        <p:txBody>
          <a:bodyPr wrap="square" lIns="25400" tIns="25400" rIns="25400" bIns="25400" rtlCol="0" anchor="t">
            <a:normAutofit/>
          </a:bodyPr>
          <a:lstStyle/>
          <a:p>
            <a:pPr algn="l" indent="0" marL="0">
              <a:lnSpc>
                <a:spcPct val="114906"/>
              </a:lnSpc>
              <a:buNone/>
            </a:pPr>
            <a:r>
              <a:rPr lang="en-US" sz="2100" b="1" dirty="0">
                <a:solidFill>
                  <a:srgbClr val="023161"/>
                </a:solidFill>
                <a:latin typeface="Bai Jamjuree" pitchFamily="34" charset="0"/>
                <a:ea typeface="Bai Jamjuree" pitchFamily="34" charset="-122"/>
                <a:cs typeface="Bai Jamjuree" pitchFamily="34" charset="-120"/>
              </a:rPr>
              <a:t>"Sebaiknya diletakkan di bagian mana?"</a:t>
            </a:r>
            <a:endParaRPr lang="en-US" sz="2100" dirty="0"/>
          </a:p>
        </p:txBody>
      </p:sp>
      <p:sp>
        <p:nvSpPr>
          <p:cNvPr id="19" name="Shape 14"/>
          <p:cNvSpPr/>
          <p:nvPr/>
        </p:nvSpPr>
        <p:spPr>
          <a:xfrm>
            <a:off x="1333500" y="6982917"/>
            <a:ext cx="7239000" cy="19050"/>
          </a:xfrm>
          <a:prstGeom prst="rect">
            <a:avLst/>
          </a:prstGeom>
          <a:solidFill>
            <a:srgbClr val="EDF6FF"/>
          </a:solidFill>
          <a:ln/>
        </p:spPr>
      </p:sp>
      <p:sp>
        <p:nvSpPr>
          <p:cNvPr id="20" name="Text 15"/>
          <p:cNvSpPr/>
          <p:nvPr/>
        </p:nvSpPr>
        <p:spPr>
          <a:xfrm>
            <a:off x="1333500" y="7154367"/>
            <a:ext cx="7456170" cy="756245"/>
          </a:xfrm>
          <a:prstGeom prst="rect">
            <a:avLst/>
          </a:prstGeom>
          <a:noFill/>
          <a:ln/>
        </p:spPr>
        <p:txBody>
          <a:bodyPr wrap="square" lIns="25400" tIns="25400" rIns="25400" bIns="25400" rtlCol="0" anchor="t">
            <a:normAutofit/>
          </a:bodyPr>
          <a:lstStyle/>
          <a:p>
            <a:pPr algn="l" indent="0" marL="0">
              <a:lnSpc>
                <a:spcPct val="115408"/>
              </a:lnSpc>
              <a:buNone/>
            </a:pPr>
            <a:r>
              <a:rPr lang="en-US" sz="1950" dirty="0">
                <a:solidFill>
                  <a:srgbClr val="373737"/>
                </a:solidFill>
                <a:latin typeface="Bai Jamjuree" pitchFamily="34" charset="0"/>
                <a:ea typeface="Bai Jamjuree" pitchFamily="34" charset="-122"/>
                <a:cs typeface="Bai Jamjuree" pitchFamily="34" charset="-120"/>
              </a:rPr>
              <a:t>Warnanya dibuat kontras agar kelihatan, diberi ikon keranjang, dan sudutnya dibuat rounded.</a:t>
            </a:r>
            <a:endParaRPr lang="en-US" sz="1950" dirty="0"/>
          </a:p>
        </p:txBody>
      </p:sp>
      <p:sp>
        <p:nvSpPr>
          <p:cNvPr id="21" name="Shape 16"/>
          <p:cNvSpPr/>
          <p:nvPr/>
        </p:nvSpPr>
        <p:spPr>
          <a:xfrm>
            <a:off x="9334500" y="3905250"/>
            <a:ext cx="8001000" cy="4310162"/>
          </a:xfrm>
          <a:prstGeom prst="roundRect">
            <a:avLst>
              <a:gd name="adj" fmla="val 3536"/>
            </a:avLst>
          </a:prstGeom>
          <a:ln/>
          <a:effectLst>
            <a:outerShdw sx="100000" sy="100000" kx="0" ky="0" algn="bl" rotWithShape="0" blurRad="571500" dist="285750" dir="5400000">
              <a:srgbClr val="010834">
                <a:alpha val="18000"/>
              </a:srgbClr>
            </a:outerShdw>
          </a:effectLst>
        </p:spPr>
      </p:sp>
      <p:sp>
        <p:nvSpPr>
          <p:cNvPr id="22" name="Shape 17"/>
          <p:cNvSpPr/>
          <p:nvPr/>
        </p:nvSpPr>
        <p:spPr>
          <a:xfrm>
            <a:off x="9334500" y="3905250"/>
            <a:ext cx="8001000" cy="946150"/>
          </a:xfrm>
          <a:prstGeom prst="rect">
            <a:avLst/>
          </a:prstGeom>
          <a:solidFill>
            <a:srgbClr val="FCC112"/>
          </a:solidFill>
          <a:ln/>
        </p:spPr>
      </p:sp>
      <p:sp>
        <p:nvSpPr>
          <p:cNvPr id="23" name="Text 18"/>
          <p:cNvSpPr/>
          <p:nvPr/>
        </p:nvSpPr>
        <p:spPr>
          <a:xfrm>
            <a:off x="9715500" y="4152900"/>
            <a:ext cx="7479030" cy="488950"/>
          </a:xfrm>
          <a:prstGeom prst="rect">
            <a:avLst/>
          </a:prstGeom>
          <a:noFill/>
          <a:ln/>
        </p:spPr>
        <p:txBody>
          <a:bodyPr wrap="square" lIns="25400" tIns="25400" rIns="25400" bIns="25400" rtlCol="0" anchor="t">
            <a:normAutofit/>
          </a:bodyPr>
          <a:lstStyle/>
          <a:p>
            <a:pPr algn="l" indent="0" marL="0">
              <a:buNone/>
            </a:pPr>
            <a:r>
              <a:rPr lang="en-US" sz="2850" b="1" dirty="0">
                <a:solidFill>
                  <a:srgbClr val="000000"/>
                </a:solidFill>
                <a:latin typeface="Bai Jamjuree" pitchFamily="34" charset="0"/>
                <a:ea typeface="Bai Jamjuree" pitchFamily="34" charset="-122"/>
                <a:cs typeface="Bai Jamjuree" pitchFamily="34" charset="-120"/>
              </a:rPr>
              <a:t>UX Designer Bertanya</a:t>
            </a:r>
            <a:endParaRPr lang="en-US" sz="2850" dirty="0"/>
          </a:p>
        </p:txBody>
      </p:sp>
      <p:sp>
        <p:nvSpPr>
          <p:cNvPr id="24" name="Shape 19"/>
          <p:cNvSpPr/>
          <p:nvPr/>
        </p:nvSpPr>
        <p:spPr>
          <a:xfrm>
            <a:off x="9334500" y="4851400"/>
            <a:ext cx="8001000" cy="3364012"/>
          </a:xfrm>
          <a:prstGeom prst="rect">
            <a:avLst/>
          </a:prstGeom>
          <a:solidFill>
            <a:srgbClr val="FFFFFF"/>
          </a:solidFill>
          <a:ln/>
        </p:spPr>
      </p:sp>
      <p:sp>
        <p:nvSpPr>
          <p:cNvPr id="25" name="Text 20"/>
          <p:cNvSpPr/>
          <p:nvPr/>
        </p:nvSpPr>
        <p:spPr>
          <a:xfrm>
            <a:off x="9715500" y="5194300"/>
            <a:ext cx="7962900" cy="424755"/>
          </a:xfrm>
          <a:prstGeom prst="rect">
            <a:avLst/>
          </a:prstGeom>
          <a:noFill/>
          <a:ln/>
        </p:spPr>
        <p:txBody>
          <a:bodyPr wrap="square" lIns="25400" tIns="25400" rIns="25400" bIns="25400" rtlCol="0" anchor="t">
            <a:normAutofit/>
          </a:bodyPr>
          <a:lstStyle/>
          <a:p>
            <a:pPr algn="l" indent="0" marL="0">
              <a:lnSpc>
                <a:spcPct val="114906"/>
              </a:lnSpc>
              <a:buNone/>
            </a:pPr>
            <a:r>
              <a:rPr lang="en-US" sz="2100" b="1" dirty="0">
                <a:solidFill>
                  <a:srgbClr val="023161"/>
                </a:solidFill>
                <a:latin typeface="Bai Jamjuree" pitchFamily="34" charset="0"/>
                <a:ea typeface="Bai Jamjuree" pitchFamily="34" charset="-122"/>
                <a:cs typeface="Bai Jamjuree" pitchFamily="34" charset="-120"/>
              </a:rPr>
              <a:t>"Apakah tombol ini benar-benar dibutuhkan?"</a:t>
            </a:r>
            <a:endParaRPr lang="en-US" sz="2100" dirty="0"/>
          </a:p>
        </p:txBody>
      </p:sp>
      <p:sp>
        <p:nvSpPr>
          <p:cNvPr id="26" name="Text 21"/>
          <p:cNvSpPr/>
          <p:nvPr/>
        </p:nvSpPr>
        <p:spPr>
          <a:xfrm>
            <a:off x="9715500" y="5790506"/>
            <a:ext cx="7962900" cy="424755"/>
          </a:xfrm>
          <a:prstGeom prst="rect">
            <a:avLst/>
          </a:prstGeom>
          <a:noFill/>
          <a:ln/>
        </p:spPr>
        <p:txBody>
          <a:bodyPr wrap="square" lIns="25400" tIns="25400" rIns="25400" bIns="25400" rtlCol="0" anchor="t">
            <a:normAutofit/>
          </a:bodyPr>
          <a:lstStyle/>
          <a:p>
            <a:pPr algn="l" indent="0" marL="0">
              <a:lnSpc>
                <a:spcPct val="114906"/>
              </a:lnSpc>
              <a:buNone/>
            </a:pPr>
            <a:r>
              <a:rPr lang="en-US" sz="2100" b="1" dirty="0">
                <a:solidFill>
                  <a:srgbClr val="023161"/>
                </a:solidFill>
                <a:latin typeface="Bai Jamjuree" pitchFamily="34" charset="0"/>
                <a:ea typeface="Bai Jamjuree" pitchFamily="34" charset="-122"/>
                <a:cs typeface="Bai Jamjuree" pitchFamily="34" charset="-120"/>
              </a:rPr>
              <a:t>"Apa fungsinya bagi pengguna?"</a:t>
            </a:r>
            <a:endParaRPr lang="en-US" sz="2100" dirty="0"/>
          </a:p>
        </p:txBody>
      </p:sp>
      <p:sp>
        <p:nvSpPr>
          <p:cNvPr id="27" name="Text 22"/>
          <p:cNvSpPr/>
          <p:nvPr/>
        </p:nvSpPr>
        <p:spPr>
          <a:xfrm>
            <a:off x="9715500" y="6386711"/>
            <a:ext cx="7962900" cy="424755"/>
          </a:xfrm>
          <a:prstGeom prst="rect">
            <a:avLst/>
          </a:prstGeom>
          <a:noFill/>
          <a:ln/>
        </p:spPr>
        <p:txBody>
          <a:bodyPr wrap="square" lIns="25400" tIns="25400" rIns="25400" bIns="25400" rtlCol="0" anchor="t">
            <a:normAutofit/>
          </a:bodyPr>
          <a:lstStyle/>
          <a:p>
            <a:pPr algn="l" indent="0" marL="0">
              <a:lnSpc>
                <a:spcPct val="114906"/>
              </a:lnSpc>
              <a:buNone/>
            </a:pPr>
            <a:r>
              <a:rPr lang="en-US" sz="2100" b="1" dirty="0">
                <a:solidFill>
                  <a:srgbClr val="023161"/>
                </a:solidFill>
                <a:latin typeface="Bai Jamjuree" pitchFamily="34" charset="0"/>
                <a:ea typeface="Bai Jamjuree" pitchFamily="34" charset="-122"/>
                <a:cs typeface="Bai Jamjuree" pitchFamily="34" charset="-120"/>
              </a:rPr>
              <a:t>"Masalah apa yang terjawab oleh tombol ini?"</a:t>
            </a:r>
            <a:endParaRPr lang="en-US" sz="2100" dirty="0"/>
          </a:p>
        </p:txBody>
      </p:sp>
      <p:sp>
        <p:nvSpPr>
          <p:cNvPr id="28" name="Shape 23"/>
          <p:cNvSpPr/>
          <p:nvPr/>
        </p:nvSpPr>
        <p:spPr>
          <a:xfrm>
            <a:off x="9715500" y="6982917"/>
            <a:ext cx="7239000" cy="19050"/>
          </a:xfrm>
          <a:prstGeom prst="rect">
            <a:avLst/>
          </a:prstGeom>
          <a:solidFill>
            <a:srgbClr val="EDF6FF"/>
          </a:solidFill>
          <a:ln/>
        </p:spPr>
      </p:sp>
      <p:sp>
        <p:nvSpPr>
          <p:cNvPr id="29" name="Text 24"/>
          <p:cNvSpPr/>
          <p:nvPr/>
        </p:nvSpPr>
        <p:spPr>
          <a:xfrm>
            <a:off x="9715500" y="7154367"/>
            <a:ext cx="7456170" cy="756245"/>
          </a:xfrm>
          <a:prstGeom prst="rect">
            <a:avLst/>
          </a:prstGeom>
          <a:noFill/>
          <a:ln/>
        </p:spPr>
        <p:txBody>
          <a:bodyPr wrap="square" lIns="25400" tIns="25400" rIns="25400" bIns="25400" rtlCol="0" anchor="t">
            <a:normAutofit/>
          </a:bodyPr>
          <a:lstStyle/>
          <a:p>
            <a:pPr algn="l" indent="0" marL="0">
              <a:lnSpc>
                <a:spcPct val="115408"/>
              </a:lnSpc>
              <a:buNone/>
            </a:pPr>
            <a:r>
              <a:rPr lang="en-US" sz="1950" dirty="0">
                <a:solidFill>
                  <a:srgbClr val="373737"/>
                </a:solidFill>
                <a:latin typeface="Bai Jamjuree" pitchFamily="34" charset="0"/>
                <a:ea typeface="Bai Jamjuree" pitchFamily="34" charset="-122"/>
                <a:cs typeface="Bai Jamjuree" pitchFamily="34" charset="-120"/>
              </a:rPr>
              <a:t>Ringkasan pesanan ditampilkan sebelum tombol diklik, total harga jelas, dan langkah klik dikurangi.</a:t>
            </a:r>
            <a:endParaRPr lang="en-US" sz="1950" dirty="0"/>
          </a:p>
        </p:txBody>
      </p:sp>
      <p:sp>
        <p:nvSpPr>
          <p:cNvPr id="30" name="Shape 25"/>
          <p:cNvSpPr/>
          <p:nvPr/>
        </p:nvSpPr>
        <p:spPr>
          <a:xfrm>
            <a:off x="0" y="9372600"/>
            <a:ext cx="18288000" cy="914400"/>
          </a:xfrm>
          <a:prstGeom prst="rect">
            <a:avLst/>
          </a:prstGeom>
          <a:solidFill>
            <a:srgbClr val="BBDDFF"/>
          </a:solidFill>
          <a:ln/>
        </p:spPr>
      </p:sp>
      <p:sp>
        <p:nvSpPr>
          <p:cNvPr id="31" name="Text 26"/>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32" name="Text 27"/>
          <p:cNvSpPr/>
          <p:nvPr/>
        </p:nvSpPr>
        <p:spPr>
          <a:xfrm>
            <a:off x="14717217" y="9661525"/>
            <a:ext cx="288011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Perbedaan UI dan UX</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190750"/>
            <a:ext cx="9744621"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Tabel Perbandingan UI dan UX</a:t>
            </a:r>
            <a:endParaRPr lang="en-US" sz="4800" dirty="0"/>
          </a:p>
        </p:txBody>
      </p:sp>
      <p:sp>
        <p:nvSpPr>
          <p:cNvPr id="12" name="Shape 7"/>
          <p:cNvSpPr/>
          <p:nvPr/>
        </p:nvSpPr>
        <p:spPr>
          <a:xfrm>
            <a:off x="952500" y="3352800"/>
            <a:ext cx="16383000" cy="5414963"/>
          </a:xfrm>
          <a:prstGeom prst="roundRect">
            <a:avLst>
              <a:gd name="adj" fmla="val 3518"/>
            </a:avLst>
          </a:prstGeom>
          <a:ln/>
          <a:effectLst>
            <a:outerShdw sx="100000" sy="100000" kx="0" ky="0" algn="bl" rotWithShape="0" blurRad="571500" dist="285750" dir="5400000">
              <a:srgbClr val="010834">
                <a:alpha val="18000"/>
              </a:srgbClr>
            </a:outerShdw>
          </a:effectLst>
        </p:spPr>
      </p:sp>
      <p:sp>
        <p:nvSpPr>
          <p:cNvPr id="13" name="Shape 8"/>
          <p:cNvSpPr/>
          <p:nvPr/>
        </p:nvSpPr>
        <p:spPr>
          <a:xfrm>
            <a:off x="952500" y="3352800"/>
            <a:ext cx="3604220" cy="1123950"/>
          </a:xfrm>
          <a:prstGeom prst="rect">
            <a:avLst/>
          </a:prstGeom>
          <a:solidFill>
            <a:srgbClr val="023161"/>
          </a:solidFill>
          <a:ln/>
        </p:spPr>
      </p:sp>
      <p:sp>
        <p:nvSpPr>
          <p:cNvPr id="14" name="Text 9"/>
          <p:cNvSpPr/>
          <p:nvPr/>
        </p:nvSpPr>
        <p:spPr>
          <a:xfrm>
            <a:off x="1371600" y="3676650"/>
            <a:ext cx="2874147" cy="514350"/>
          </a:xfrm>
          <a:prstGeom prst="rect">
            <a:avLst/>
          </a:prstGeom>
          <a:noFill/>
          <a:ln/>
        </p:spPr>
        <p:txBody>
          <a:bodyPr wrap="square" lIns="25400" tIns="25400" rIns="25400" bIns="25400" rtlCol="0" anchor="ctr">
            <a:normAutofit/>
          </a:bodyPr>
          <a:lstStyle/>
          <a:p>
            <a:pPr algn="l" indent="0" marL="0">
              <a:buNone/>
            </a:pPr>
            <a:r>
              <a:rPr lang="en-US" sz="3000" b="1" dirty="0">
                <a:solidFill>
                  <a:srgbClr val="FFFFFF"/>
                </a:solidFill>
                <a:latin typeface="Bai Jamjuree" pitchFamily="34" charset="0"/>
                <a:ea typeface="Bai Jamjuree" pitchFamily="34" charset="-122"/>
                <a:cs typeface="Bai Jamjuree" pitchFamily="34" charset="-120"/>
              </a:rPr>
              <a:t>Aspek</a:t>
            </a:r>
            <a:endParaRPr lang="en-US" sz="3000" dirty="0"/>
          </a:p>
        </p:txBody>
      </p:sp>
      <p:sp>
        <p:nvSpPr>
          <p:cNvPr id="15" name="Shape 10"/>
          <p:cNvSpPr/>
          <p:nvPr/>
        </p:nvSpPr>
        <p:spPr>
          <a:xfrm>
            <a:off x="4556720" y="3352800"/>
            <a:ext cx="6389291" cy="1123950"/>
          </a:xfrm>
          <a:prstGeom prst="rect">
            <a:avLst/>
          </a:prstGeom>
          <a:solidFill>
            <a:srgbClr val="235F9C"/>
          </a:solidFill>
          <a:ln/>
        </p:spPr>
      </p:sp>
      <p:sp>
        <p:nvSpPr>
          <p:cNvPr id="16" name="Text 11"/>
          <p:cNvSpPr/>
          <p:nvPr/>
        </p:nvSpPr>
        <p:spPr>
          <a:xfrm>
            <a:off x="4975820" y="3676650"/>
            <a:ext cx="5742770" cy="514350"/>
          </a:xfrm>
          <a:prstGeom prst="rect">
            <a:avLst/>
          </a:prstGeom>
          <a:noFill/>
          <a:ln/>
        </p:spPr>
        <p:txBody>
          <a:bodyPr wrap="square" lIns="25400" tIns="25400" rIns="25400" bIns="25400" rtlCol="0" anchor="ctr">
            <a:normAutofit/>
          </a:bodyPr>
          <a:lstStyle/>
          <a:p>
            <a:pPr algn="l" indent="0" marL="0">
              <a:buNone/>
            </a:pPr>
            <a:r>
              <a:rPr lang="en-US" sz="3000" b="1" dirty="0">
                <a:solidFill>
                  <a:srgbClr val="FFFFFF"/>
                </a:solidFill>
                <a:latin typeface="Bai Jamjuree" pitchFamily="34" charset="0"/>
                <a:ea typeface="Bai Jamjuree" pitchFamily="34" charset="-122"/>
                <a:cs typeface="Bai Jamjuree" pitchFamily="34" charset="-120"/>
              </a:rPr>
              <a:t>User Interface</a:t>
            </a:r>
            <a:endParaRPr lang="en-US" sz="3000" dirty="0"/>
          </a:p>
        </p:txBody>
      </p:sp>
      <p:sp>
        <p:nvSpPr>
          <p:cNvPr id="17" name="Shape 12"/>
          <p:cNvSpPr/>
          <p:nvPr/>
        </p:nvSpPr>
        <p:spPr>
          <a:xfrm>
            <a:off x="10946011" y="3352800"/>
            <a:ext cx="6389489" cy="1123950"/>
          </a:xfrm>
          <a:prstGeom prst="rect">
            <a:avLst/>
          </a:prstGeom>
          <a:solidFill>
            <a:srgbClr val="FCC112"/>
          </a:solidFill>
          <a:ln/>
        </p:spPr>
      </p:sp>
      <p:sp>
        <p:nvSpPr>
          <p:cNvPr id="18" name="Text 13"/>
          <p:cNvSpPr/>
          <p:nvPr/>
        </p:nvSpPr>
        <p:spPr>
          <a:xfrm>
            <a:off x="11365111" y="3676650"/>
            <a:ext cx="5742974" cy="514350"/>
          </a:xfrm>
          <a:prstGeom prst="rect">
            <a:avLst/>
          </a:prstGeom>
          <a:noFill/>
          <a:ln/>
        </p:spPr>
        <p:txBody>
          <a:bodyPr wrap="square" lIns="25400" tIns="25400" rIns="25400" bIns="25400" rtlCol="0" anchor="ctr">
            <a:normAutofit/>
          </a:bodyPr>
          <a:lstStyle/>
          <a:p>
            <a:pPr algn="l" indent="0" marL="0">
              <a:buNone/>
            </a:pPr>
            <a:r>
              <a:rPr lang="en-US" sz="3000" b="1" dirty="0">
                <a:solidFill>
                  <a:srgbClr val="000000"/>
                </a:solidFill>
                <a:latin typeface="Bai Jamjuree" pitchFamily="34" charset="0"/>
                <a:ea typeface="Bai Jamjuree" pitchFamily="34" charset="-122"/>
                <a:cs typeface="Bai Jamjuree" pitchFamily="34" charset="-120"/>
              </a:rPr>
              <a:t>User Experience</a:t>
            </a:r>
            <a:endParaRPr lang="en-US" sz="3000" dirty="0"/>
          </a:p>
        </p:txBody>
      </p:sp>
      <p:sp>
        <p:nvSpPr>
          <p:cNvPr id="19" name="Shape 14"/>
          <p:cNvSpPr/>
          <p:nvPr/>
        </p:nvSpPr>
        <p:spPr>
          <a:xfrm>
            <a:off x="952500" y="4476750"/>
            <a:ext cx="3604220" cy="976312"/>
          </a:xfrm>
          <a:prstGeom prst="rect">
            <a:avLst/>
          </a:prstGeom>
          <a:solidFill>
            <a:srgbClr val="EDF6FF"/>
          </a:solidFill>
          <a:ln/>
        </p:spPr>
      </p:sp>
      <p:sp>
        <p:nvSpPr>
          <p:cNvPr id="20" name="Shape 15"/>
          <p:cNvSpPr/>
          <p:nvPr/>
        </p:nvSpPr>
        <p:spPr>
          <a:xfrm>
            <a:off x="952500" y="4476750"/>
            <a:ext cx="3604220" cy="19050"/>
          </a:xfrm>
          <a:prstGeom prst="rect">
            <a:avLst/>
          </a:prstGeom>
          <a:solidFill>
            <a:srgbClr val="EDF6FF"/>
          </a:solidFill>
          <a:ln/>
        </p:spPr>
      </p:sp>
      <p:sp>
        <p:nvSpPr>
          <p:cNvPr id="21" name="Text 16"/>
          <p:cNvSpPr/>
          <p:nvPr/>
        </p:nvSpPr>
        <p:spPr>
          <a:xfrm>
            <a:off x="1371600" y="4781550"/>
            <a:ext cx="2874147" cy="423862"/>
          </a:xfrm>
          <a:prstGeom prst="rect">
            <a:avLst/>
          </a:prstGeom>
          <a:noFill/>
          <a:ln/>
        </p:spPr>
        <p:txBody>
          <a:bodyPr wrap="square" lIns="25400" tIns="25400" rIns="25400" bIns="25400" rtlCol="0" anchor="ctr">
            <a:normAutofit/>
          </a:bodyPr>
          <a:lstStyle/>
          <a:p>
            <a:pPr algn="l" indent="0" marL="0">
              <a:buNone/>
            </a:pPr>
            <a:r>
              <a:rPr lang="en-US" sz="2250" b="1" dirty="0">
                <a:solidFill>
                  <a:srgbClr val="023161"/>
                </a:solidFill>
                <a:latin typeface="Bai Jamjuree" pitchFamily="34" charset="0"/>
                <a:ea typeface="Bai Jamjuree" pitchFamily="34" charset="-122"/>
                <a:cs typeface="Bai Jamjuree" pitchFamily="34" charset="-120"/>
              </a:rPr>
              <a:t>Fokus</a:t>
            </a:r>
            <a:endParaRPr lang="en-US" sz="2250" dirty="0"/>
          </a:p>
        </p:txBody>
      </p:sp>
      <p:sp>
        <p:nvSpPr>
          <p:cNvPr id="22" name="Shape 17"/>
          <p:cNvSpPr/>
          <p:nvPr/>
        </p:nvSpPr>
        <p:spPr>
          <a:xfrm>
            <a:off x="4556720" y="4476750"/>
            <a:ext cx="6389291" cy="976312"/>
          </a:xfrm>
          <a:prstGeom prst="rect">
            <a:avLst/>
          </a:prstGeom>
          <a:solidFill>
            <a:srgbClr val="FFFFFF"/>
          </a:solidFill>
          <a:ln/>
        </p:spPr>
      </p:sp>
      <p:sp>
        <p:nvSpPr>
          <p:cNvPr id="23" name="Shape 18"/>
          <p:cNvSpPr/>
          <p:nvPr/>
        </p:nvSpPr>
        <p:spPr>
          <a:xfrm>
            <a:off x="4556720" y="4476750"/>
            <a:ext cx="6389291" cy="19050"/>
          </a:xfrm>
          <a:prstGeom prst="rect">
            <a:avLst/>
          </a:prstGeom>
          <a:solidFill>
            <a:srgbClr val="EDF6FF"/>
          </a:solidFill>
          <a:ln/>
        </p:spPr>
      </p:sp>
      <p:sp>
        <p:nvSpPr>
          <p:cNvPr id="24" name="Text 19"/>
          <p:cNvSpPr/>
          <p:nvPr/>
        </p:nvSpPr>
        <p:spPr>
          <a:xfrm>
            <a:off x="4975820" y="4781550"/>
            <a:ext cx="5742770" cy="423862"/>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Tampilan visual produk</a:t>
            </a:r>
            <a:endParaRPr lang="en-US" sz="2250" dirty="0"/>
          </a:p>
        </p:txBody>
      </p:sp>
      <p:sp>
        <p:nvSpPr>
          <p:cNvPr id="25" name="Shape 20"/>
          <p:cNvSpPr/>
          <p:nvPr/>
        </p:nvSpPr>
        <p:spPr>
          <a:xfrm>
            <a:off x="10946011" y="4476750"/>
            <a:ext cx="6389489" cy="976312"/>
          </a:xfrm>
          <a:prstGeom prst="rect">
            <a:avLst/>
          </a:prstGeom>
          <a:solidFill>
            <a:srgbClr val="FFFFFF"/>
          </a:solidFill>
          <a:ln/>
        </p:spPr>
      </p:sp>
      <p:sp>
        <p:nvSpPr>
          <p:cNvPr id="26" name="Shape 21"/>
          <p:cNvSpPr/>
          <p:nvPr/>
        </p:nvSpPr>
        <p:spPr>
          <a:xfrm>
            <a:off x="10946011" y="4476750"/>
            <a:ext cx="6389489" cy="19050"/>
          </a:xfrm>
          <a:prstGeom prst="rect">
            <a:avLst/>
          </a:prstGeom>
          <a:solidFill>
            <a:srgbClr val="EDF6FF"/>
          </a:solidFill>
          <a:ln/>
        </p:spPr>
      </p:sp>
      <p:sp>
        <p:nvSpPr>
          <p:cNvPr id="27" name="Text 22"/>
          <p:cNvSpPr/>
          <p:nvPr/>
        </p:nvSpPr>
        <p:spPr>
          <a:xfrm>
            <a:off x="11365111" y="4781550"/>
            <a:ext cx="5742974" cy="423862"/>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Pengalaman &amp; perasaan pengguna</a:t>
            </a:r>
            <a:endParaRPr lang="en-US" sz="2250" dirty="0"/>
          </a:p>
        </p:txBody>
      </p:sp>
      <p:sp>
        <p:nvSpPr>
          <p:cNvPr id="28" name="Shape 23"/>
          <p:cNvSpPr/>
          <p:nvPr/>
        </p:nvSpPr>
        <p:spPr>
          <a:xfrm>
            <a:off x="952500" y="5453063"/>
            <a:ext cx="3604220" cy="976312"/>
          </a:xfrm>
          <a:prstGeom prst="rect">
            <a:avLst/>
          </a:prstGeom>
          <a:solidFill>
            <a:srgbClr val="EDF6FF"/>
          </a:solidFill>
          <a:ln/>
        </p:spPr>
      </p:sp>
      <p:sp>
        <p:nvSpPr>
          <p:cNvPr id="29" name="Shape 24"/>
          <p:cNvSpPr/>
          <p:nvPr/>
        </p:nvSpPr>
        <p:spPr>
          <a:xfrm>
            <a:off x="952500" y="5453063"/>
            <a:ext cx="3604220" cy="19050"/>
          </a:xfrm>
          <a:prstGeom prst="rect">
            <a:avLst/>
          </a:prstGeom>
          <a:solidFill>
            <a:srgbClr val="EDF6FF"/>
          </a:solidFill>
          <a:ln/>
        </p:spPr>
      </p:sp>
      <p:sp>
        <p:nvSpPr>
          <p:cNvPr id="30" name="Text 25"/>
          <p:cNvSpPr/>
          <p:nvPr/>
        </p:nvSpPr>
        <p:spPr>
          <a:xfrm>
            <a:off x="1371600" y="5757863"/>
            <a:ext cx="2874147" cy="423862"/>
          </a:xfrm>
          <a:prstGeom prst="rect">
            <a:avLst/>
          </a:prstGeom>
          <a:noFill/>
          <a:ln/>
        </p:spPr>
        <p:txBody>
          <a:bodyPr wrap="square" lIns="25400" tIns="25400" rIns="25400" bIns="25400" rtlCol="0" anchor="ctr">
            <a:normAutofit/>
          </a:bodyPr>
          <a:lstStyle/>
          <a:p>
            <a:pPr algn="l" indent="0" marL="0">
              <a:buNone/>
            </a:pPr>
            <a:r>
              <a:rPr lang="en-US" sz="2250" b="1" dirty="0">
                <a:solidFill>
                  <a:srgbClr val="023161"/>
                </a:solidFill>
                <a:latin typeface="Bai Jamjuree" pitchFamily="34" charset="0"/>
                <a:ea typeface="Bai Jamjuree" pitchFamily="34" charset="-122"/>
                <a:cs typeface="Bai Jamjuree" pitchFamily="34" charset="-120"/>
              </a:rPr>
              <a:t>Pertanyaan</a:t>
            </a:r>
            <a:endParaRPr lang="en-US" sz="2250" dirty="0"/>
          </a:p>
        </p:txBody>
      </p:sp>
      <p:sp>
        <p:nvSpPr>
          <p:cNvPr id="31" name="Shape 26"/>
          <p:cNvSpPr/>
          <p:nvPr/>
        </p:nvSpPr>
        <p:spPr>
          <a:xfrm>
            <a:off x="4556720" y="5453063"/>
            <a:ext cx="6389291" cy="976312"/>
          </a:xfrm>
          <a:prstGeom prst="rect">
            <a:avLst/>
          </a:prstGeom>
          <a:solidFill>
            <a:srgbClr val="FFFFFF"/>
          </a:solidFill>
          <a:ln/>
        </p:spPr>
      </p:sp>
      <p:sp>
        <p:nvSpPr>
          <p:cNvPr id="32" name="Shape 27"/>
          <p:cNvSpPr/>
          <p:nvPr/>
        </p:nvSpPr>
        <p:spPr>
          <a:xfrm>
            <a:off x="4556720" y="5453063"/>
            <a:ext cx="6389291" cy="19050"/>
          </a:xfrm>
          <a:prstGeom prst="rect">
            <a:avLst/>
          </a:prstGeom>
          <a:solidFill>
            <a:srgbClr val="EDF6FF"/>
          </a:solidFill>
          <a:ln/>
        </p:spPr>
      </p:sp>
      <p:sp>
        <p:nvSpPr>
          <p:cNvPr id="33" name="Text 28"/>
          <p:cNvSpPr/>
          <p:nvPr/>
        </p:nvSpPr>
        <p:spPr>
          <a:xfrm>
            <a:off x="4975820" y="5757863"/>
            <a:ext cx="5742770" cy="423862"/>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"Seperti apa tampilannya?"</a:t>
            </a:r>
            <a:endParaRPr lang="en-US" sz="2250" dirty="0"/>
          </a:p>
        </p:txBody>
      </p:sp>
      <p:sp>
        <p:nvSpPr>
          <p:cNvPr id="34" name="Shape 29"/>
          <p:cNvSpPr/>
          <p:nvPr/>
        </p:nvSpPr>
        <p:spPr>
          <a:xfrm>
            <a:off x="10946011" y="5453063"/>
            <a:ext cx="6389489" cy="976312"/>
          </a:xfrm>
          <a:prstGeom prst="rect">
            <a:avLst/>
          </a:prstGeom>
          <a:solidFill>
            <a:srgbClr val="FFFFFF"/>
          </a:solidFill>
          <a:ln/>
        </p:spPr>
      </p:sp>
      <p:sp>
        <p:nvSpPr>
          <p:cNvPr id="35" name="Shape 30"/>
          <p:cNvSpPr/>
          <p:nvPr/>
        </p:nvSpPr>
        <p:spPr>
          <a:xfrm>
            <a:off x="10946011" y="5453063"/>
            <a:ext cx="6389489" cy="19050"/>
          </a:xfrm>
          <a:prstGeom prst="rect">
            <a:avLst/>
          </a:prstGeom>
          <a:solidFill>
            <a:srgbClr val="EDF6FF"/>
          </a:solidFill>
          <a:ln/>
        </p:spPr>
      </p:sp>
      <p:sp>
        <p:nvSpPr>
          <p:cNvPr id="36" name="Text 31"/>
          <p:cNvSpPr/>
          <p:nvPr/>
        </p:nvSpPr>
        <p:spPr>
          <a:xfrm>
            <a:off x="11365111" y="5757863"/>
            <a:ext cx="5742974" cy="423862"/>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"Bagaimana rasanya digunakan?"</a:t>
            </a:r>
            <a:endParaRPr lang="en-US" sz="2250" dirty="0"/>
          </a:p>
        </p:txBody>
      </p:sp>
      <p:sp>
        <p:nvSpPr>
          <p:cNvPr id="37" name="Shape 32"/>
          <p:cNvSpPr/>
          <p:nvPr/>
        </p:nvSpPr>
        <p:spPr>
          <a:xfrm>
            <a:off x="952500" y="6429375"/>
            <a:ext cx="3604220" cy="1362075"/>
          </a:xfrm>
          <a:prstGeom prst="rect">
            <a:avLst/>
          </a:prstGeom>
          <a:solidFill>
            <a:srgbClr val="EDF6FF"/>
          </a:solidFill>
          <a:ln/>
        </p:spPr>
      </p:sp>
      <p:sp>
        <p:nvSpPr>
          <p:cNvPr id="38" name="Shape 33"/>
          <p:cNvSpPr/>
          <p:nvPr/>
        </p:nvSpPr>
        <p:spPr>
          <a:xfrm>
            <a:off x="952500" y="6429375"/>
            <a:ext cx="3604220" cy="19050"/>
          </a:xfrm>
          <a:prstGeom prst="rect">
            <a:avLst/>
          </a:prstGeom>
          <a:solidFill>
            <a:srgbClr val="EDF6FF"/>
          </a:solidFill>
          <a:ln/>
        </p:spPr>
      </p:sp>
      <p:sp>
        <p:nvSpPr>
          <p:cNvPr id="39" name="Text 34"/>
          <p:cNvSpPr/>
          <p:nvPr/>
        </p:nvSpPr>
        <p:spPr>
          <a:xfrm>
            <a:off x="1371600" y="6734175"/>
            <a:ext cx="2874147" cy="809625"/>
          </a:xfrm>
          <a:prstGeom prst="rect">
            <a:avLst/>
          </a:prstGeom>
          <a:noFill/>
          <a:ln/>
        </p:spPr>
        <p:txBody>
          <a:bodyPr wrap="square" lIns="25400" tIns="25400" rIns="25400" bIns="25400" rtlCol="0" anchor="ctr">
            <a:normAutofit/>
          </a:bodyPr>
          <a:lstStyle/>
          <a:p>
            <a:pPr algn="l" indent="0" marL="0">
              <a:buNone/>
            </a:pPr>
            <a:r>
              <a:rPr lang="en-US" sz="2250" b="1" dirty="0">
                <a:solidFill>
                  <a:srgbClr val="023161"/>
                </a:solidFill>
                <a:latin typeface="Bai Jamjuree" pitchFamily="34" charset="0"/>
                <a:ea typeface="Bai Jamjuree" pitchFamily="34" charset="-122"/>
                <a:cs typeface="Bai Jamjuree" pitchFamily="34" charset="-120"/>
              </a:rPr>
              <a:t>Elemen</a:t>
            </a:r>
            <a:endParaRPr lang="en-US" sz="2250" dirty="0"/>
          </a:p>
        </p:txBody>
      </p:sp>
      <p:sp>
        <p:nvSpPr>
          <p:cNvPr id="40" name="Shape 35"/>
          <p:cNvSpPr/>
          <p:nvPr/>
        </p:nvSpPr>
        <p:spPr>
          <a:xfrm>
            <a:off x="4556720" y="6429375"/>
            <a:ext cx="6389291" cy="1362075"/>
          </a:xfrm>
          <a:prstGeom prst="rect">
            <a:avLst/>
          </a:prstGeom>
          <a:solidFill>
            <a:srgbClr val="FFFFFF"/>
          </a:solidFill>
          <a:ln/>
        </p:spPr>
      </p:sp>
      <p:sp>
        <p:nvSpPr>
          <p:cNvPr id="41" name="Shape 36"/>
          <p:cNvSpPr/>
          <p:nvPr/>
        </p:nvSpPr>
        <p:spPr>
          <a:xfrm>
            <a:off x="4556720" y="6429375"/>
            <a:ext cx="6389291" cy="19050"/>
          </a:xfrm>
          <a:prstGeom prst="rect">
            <a:avLst/>
          </a:prstGeom>
          <a:solidFill>
            <a:srgbClr val="EDF6FF"/>
          </a:solidFill>
          <a:ln/>
        </p:spPr>
      </p:sp>
      <p:sp>
        <p:nvSpPr>
          <p:cNvPr id="42" name="Text 37"/>
          <p:cNvSpPr/>
          <p:nvPr/>
        </p:nvSpPr>
        <p:spPr>
          <a:xfrm>
            <a:off x="4975820" y="6734175"/>
            <a:ext cx="5742770" cy="809625"/>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Warna, tipografi, tombol, ikon, layout</a:t>
            </a:r>
            <a:endParaRPr lang="en-US" sz="2250" dirty="0"/>
          </a:p>
        </p:txBody>
      </p:sp>
      <p:sp>
        <p:nvSpPr>
          <p:cNvPr id="43" name="Shape 38"/>
          <p:cNvSpPr/>
          <p:nvPr/>
        </p:nvSpPr>
        <p:spPr>
          <a:xfrm>
            <a:off x="10946011" y="6429375"/>
            <a:ext cx="6389489" cy="1362075"/>
          </a:xfrm>
          <a:prstGeom prst="rect">
            <a:avLst/>
          </a:prstGeom>
          <a:solidFill>
            <a:srgbClr val="FFFFFF"/>
          </a:solidFill>
          <a:ln/>
        </p:spPr>
      </p:sp>
      <p:sp>
        <p:nvSpPr>
          <p:cNvPr id="44" name="Shape 39"/>
          <p:cNvSpPr/>
          <p:nvPr/>
        </p:nvSpPr>
        <p:spPr>
          <a:xfrm>
            <a:off x="10946011" y="6429375"/>
            <a:ext cx="6389489" cy="19050"/>
          </a:xfrm>
          <a:prstGeom prst="rect">
            <a:avLst/>
          </a:prstGeom>
          <a:solidFill>
            <a:srgbClr val="EDF6FF"/>
          </a:solidFill>
          <a:ln/>
        </p:spPr>
      </p:sp>
      <p:sp>
        <p:nvSpPr>
          <p:cNvPr id="45" name="Text 40"/>
          <p:cNvSpPr/>
          <p:nvPr/>
        </p:nvSpPr>
        <p:spPr>
          <a:xfrm>
            <a:off x="11365111" y="6734175"/>
            <a:ext cx="5742974" cy="809625"/>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Alur, kemudahan, kecepatan, kenyamanan</a:t>
            </a:r>
            <a:endParaRPr lang="en-US" sz="2250" dirty="0"/>
          </a:p>
        </p:txBody>
      </p:sp>
      <p:sp>
        <p:nvSpPr>
          <p:cNvPr id="46" name="Shape 41"/>
          <p:cNvSpPr/>
          <p:nvPr/>
        </p:nvSpPr>
        <p:spPr>
          <a:xfrm>
            <a:off x="952500" y="7791450"/>
            <a:ext cx="3604220" cy="976312"/>
          </a:xfrm>
          <a:prstGeom prst="rect">
            <a:avLst/>
          </a:prstGeom>
          <a:solidFill>
            <a:srgbClr val="EDF6FF"/>
          </a:solidFill>
          <a:ln/>
        </p:spPr>
      </p:sp>
      <p:sp>
        <p:nvSpPr>
          <p:cNvPr id="47" name="Shape 42"/>
          <p:cNvSpPr/>
          <p:nvPr/>
        </p:nvSpPr>
        <p:spPr>
          <a:xfrm>
            <a:off x="952500" y="7791450"/>
            <a:ext cx="3604220" cy="19050"/>
          </a:xfrm>
          <a:prstGeom prst="rect">
            <a:avLst/>
          </a:prstGeom>
          <a:solidFill>
            <a:srgbClr val="EDF6FF"/>
          </a:solidFill>
          <a:ln/>
        </p:spPr>
      </p:sp>
      <p:sp>
        <p:nvSpPr>
          <p:cNvPr id="48" name="Text 43"/>
          <p:cNvSpPr/>
          <p:nvPr/>
        </p:nvSpPr>
        <p:spPr>
          <a:xfrm>
            <a:off x="1371600" y="8096250"/>
            <a:ext cx="2874147" cy="423862"/>
          </a:xfrm>
          <a:prstGeom prst="rect">
            <a:avLst/>
          </a:prstGeom>
          <a:noFill/>
          <a:ln/>
        </p:spPr>
        <p:txBody>
          <a:bodyPr wrap="square" lIns="25400" tIns="25400" rIns="25400" bIns="25400" rtlCol="0" anchor="ctr">
            <a:normAutofit/>
          </a:bodyPr>
          <a:lstStyle/>
          <a:p>
            <a:pPr algn="l" indent="0" marL="0">
              <a:buNone/>
            </a:pPr>
            <a:r>
              <a:rPr lang="en-US" sz="2250" b="1" dirty="0">
                <a:solidFill>
                  <a:srgbClr val="023161"/>
                </a:solidFill>
                <a:latin typeface="Bai Jamjuree" pitchFamily="34" charset="0"/>
                <a:ea typeface="Bai Jamjuree" pitchFamily="34" charset="-122"/>
                <a:cs typeface="Bai Jamjuree" pitchFamily="34" charset="-120"/>
              </a:rPr>
              <a:t>Analogi</a:t>
            </a:r>
            <a:endParaRPr lang="en-US" sz="2250" dirty="0"/>
          </a:p>
        </p:txBody>
      </p:sp>
      <p:sp>
        <p:nvSpPr>
          <p:cNvPr id="49" name="Shape 44"/>
          <p:cNvSpPr/>
          <p:nvPr/>
        </p:nvSpPr>
        <p:spPr>
          <a:xfrm>
            <a:off x="4556720" y="7791450"/>
            <a:ext cx="6389291" cy="976312"/>
          </a:xfrm>
          <a:prstGeom prst="rect">
            <a:avLst/>
          </a:prstGeom>
          <a:solidFill>
            <a:srgbClr val="FFFFFF"/>
          </a:solidFill>
          <a:ln/>
        </p:spPr>
      </p:sp>
      <p:sp>
        <p:nvSpPr>
          <p:cNvPr id="50" name="Shape 45"/>
          <p:cNvSpPr/>
          <p:nvPr/>
        </p:nvSpPr>
        <p:spPr>
          <a:xfrm>
            <a:off x="4556720" y="7791450"/>
            <a:ext cx="6389291" cy="19050"/>
          </a:xfrm>
          <a:prstGeom prst="rect">
            <a:avLst/>
          </a:prstGeom>
          <a:solidFill>
            <a:srgbClr val="EDF6FF"/>
          </a:solidFill>
          <a:ln/>
        </p:spPr>
      </p:sp>
      <p:sp>
        <p:nvSpPr>
          <p:cNvPr id="51" name="Text 46"/>
          <p:cNvSpPr/>
          <p:nvPr/>
        </p:nvSpPr>
        <p:spPr>
          <a:xfrm>
            <a:off x="4975820" y="8096250"/>
            <a:ext cx="5742770" cy="423862"/>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Wajah &amp; penampilan rumah</a:t>
            </a:r>
            <a:endParaRPr lang="en-US" sz="2250" dirty="0"/>
          </a:p>
        </p:txBody>
      </p:sp>
      <p:sp>
        <p:nvSpPr>
          <p:cNvPr id="52" name="Shape 47"/>
          <p:cNvSpPr/>
          <p:nvPr/>
        </p:nvSpPr>
        <p:spPr>
          <a:xfrm>
            <a:off x="10946011" y="7791450"/>
            <a:ext cx="6389489" cy="976312"/>
          </a:xfrm>
          <a:prstGeom prst="rect">
            <a:avLst/>
          </a:prstGeom>
          <a:solidFill>
            <a:srgbClr val="FFFFFF"/>
          </a:solidFill>
          <a:ln/>
        </p:spPr>
      </p:sp>
      <p:sp>
        <p:nvSpPr>
          <p:cNvPr id="53" name="Shape 48"/>
          <p:cNvSpPr/>
          <p:nvPr/>
        </p:nvSpPr>
        <p:spPr>
          <a:xfrm>
            <a:off x="10946011" y="7791450"/>
            <a:ext cx="6389489" cy="19050"/>
          </a:xfrm>
          <a:prstGeom prst="rect">
            <a:avLst/>
          </a:prstGeom>
          <a:solidFill>
            <a:srgbClr val="EDF6FF"/>
          </a:solidFill>
          <a:ln/>
        </p:spPr>
      </p:sp>
      <p:sp>
        <p:nvSpPr>
          <p:cNvPr id="54" name="Text 49"/>
          <p:cNvSpPr/>
          <p:nvPr/>
        </p:nvSpPr>
        <p:spPr>
          <a:xfrm>
            <a:off x="11365111" y="8096250"/>
            <a:ext cx="5742974" cy="423862"/>
          </a:xfrm>
          <a:prstGeom prst="rect">
            <a:avLst/>
          </a:prstGeom>
          <a:noFill/>
          <a:ln/>
        </p:spPr>
        <p:txBody>
          <a:bodyPr wrap="square" lIns="25400" tIns="25400" rIns="25400" bIns="25400" rtlCol="0" anchor="ctr">
            <a:normAutofit/>
          </a:bodyPr>
          <a:lstStyle/>
          <a:p>
            <a:pPr algn="l" indent="0" marL="0">
              <a:lnSpc>
                <a:spcPct val="108482"/>
              </a:lnSpc>
              <a:buNone/>
            </a:pPr>
            <a:r>
              <a:rPr lang="en-US" sz="2250" dirty="0">
                <a:solidFill>
                  <a:srgbClr val="000000"/>
                </a:solidFill>
                <a:latin typeface="Bai Jamjuree" pitchFamily="34" charset="0"/>
                <a:ea typeface="Bai Jamjuree" pitchFamily="34" charset="-122"/>
                <a:cs typeface="Bai Jamjuree" pitchFamily="34" charset="-120"/>
              </a:rPr>
              <a:t>Kenyamanan tinggal di dalamnya</a:t>
            </a:r>
            <a:endParaRPr lang="en-US" sz="2250" dirty="0"/>
          </a:p>
        </p:txBody>
      </p:sp>
      <p:sp>
        <p:nvSpPr>
          <p:cNvPr id="55" name="Shape 50"/>
          <p:cNvSpPr/>
          <p:nvPr/>
        </p:nvSpPr>
        <p:spPr>
          <a:xfrm>
            <a:off x="0" y="9372600"/>
            <a:ext cx="18288000" cy="914400"/>
          </a:xfrm>
          <a:prstGeom prst="rect">
            <a:avLst/>
          </a:prstGeom>
          <a:solidFill>
            <a:srgbClr val="BBDDFF"/>
          </a:solidFill>
          <a:ln/>
        </p:spPr>
      </p:sp>
      <p:sp>
        <p:nvSpPr>
          <p:cNvPr id="56" name="Text 51"/>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57" name="Text 52"/>
          <p:cNvSpPr/>
          <p:nvPr/>
        </p:nvSpPr>
        <p:spPr>
          <a:xfrm>
            <a:off x="14717217" y="9661525"/>
            <a:ext cx="288011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Perbedaan UI dan UX</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000250"/>
            <a:ext cx="12141241"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Biar Makin Nempel, Yuk Pakai Analogi</a:t>
            </a:r>
            <a:endParaRPr lang="en-US" sz="4800" dirty="0"/>
          </a:p>
        </p:txBody>
      </p:sp>
      <p:sp>
        <p:nvSpPr>
          <p:cNvPr id="11" name="Text 6"/>
          <p:cNvSpPr/>
          <p:nvPr/>
        </p:nvSpPr>
        <p:spPr>
          <a:xfrm>
            <a:off x="952500" y="2952750"/>
            <a:ext cx="14716125" cy="866775"/>
          </a:xfrm>
          <a:prstGeom prst="rect">
            <a:avLst/>
          </a:prstGeom>
          <a:noFill/>
          <a:ln/>
        </p:spPr>
        <p:txBody>
          <a:bodyPr wrap="square" lIns="25400" tIns="25400" rIns="25400" bIns="25400" rtlCol="0" anchor="t">
            <a:normAutofit/>
          </a:bodyPr>
          <a:lstStyle/>
          <a:p>
            <a:pPr algn="l" indent="0" marL="0">
              <a:lnSpc>
                <a:spcPct val="116518"/>
              </a:lnSpc>
              <a:buNone/>
            </a:pPr>
            <a:r>
              <a:rPr lang="en-US" sz="2250" dirty="0">
                <a:solidFill>
                  <a:srgbClr val="023161"/>
                </a:solidFill>
                <a:latin typeface="Bai Jamjuree" pitchFamily="34" charset="0"/>
                <a:ea typeface="Bai Jamjuree" pitchFamily="34" charset="-122"/>
                <a:cs typeface="Bai Jamjuree" pitchFamily="34" charset="-120"/>
              </a:rPr>
              <a:t>Supaya nggak gampang ketuker lagi, kita samain UI dan UX dengan sesuatu yang deket sama kehidupan sehari-hari — rumah.</a:t>
            </a:r>
            <a:endParaRPr lang="en-US" sz="2250" dirty="0"/>
          </a:p>
        </p:txBody>
      </p:sp>
      <p:sp>
        <p:nvSpPr>
          <p:cNvPr id="12" name="Shape 7"/>
          <p:cNvSpPr/>
          <p:nvPr/>
        </p:nvSpPr>
        <p:spPr>
          <a:xfrm>
            <a:off x="952500" y="3905250"/>
            <a:ext cx="8001000" cy="3003550"/>
          </a:xfrm>
          <a:prstGeom prst="roundRect">
            <a:avLst>
              <a:gd name="adj" fmla="val 5074"/>
            </a:avLst>
          </a:prstGeom>
          <a:ln/>
          <a:effectLst>
            <a:outerShdw sx="100000" sy="100000" kx="0" ky="0" algn="bl" rotWithShape="0" blurRad="571500" dist="285750" dir="5400000">
              <a:srgbClr val="010834">
                <a:alpha val="18000"/>
              </a:srgbClr>
            </a:outerShdw>
          </a:effectLst>
        </p:spPr>
      </p:sp>
      <p:sp>
        <p:nvSpPr>
          <p:cNvPr id="13" name="Shape 8"/>
          <p:cNvSpPr/>
          <p:nvPr/>
        </p:nvSpPr>
        <p:spPr>
          <a:xfrm>
            <a:off x="952500" y="3905250"/>
            <a:ext cx="8001000" cy="946150"/>
          </a:xfrm>
          <a:prstGeom prst="rect">
            <a:avLst/>
          </a:prstGeom>
          <a:solidFill>
            <a:srgbClr val="235F9C"/>
          </a:solidFill>
          <a:ln/>
        </p:spPr>
      </p:sp>
      <p:sp>
        <p:nvSpPr>
          <p:cNvPr id="14" name="Text 9"/>
          <p:cNvSpPr/>
          <p:nvPr/>
        </p:nvSpPr>
        <p:spPr>
          <a:xfrm>
            <a:off x="1333500" y="4152900"/>
            <a:ext cx="7479030" cy="488950"/>
          </a:xfrm>
          <a:prstGeom prst="rect">
            <a:avLst/>
          </a:prstGeom>
          <a:noFill/>
          <a:ln/>
        </p:spPr>
        <p:txBody>
          <a:bodyPr wrap="square" lIns="25400" tIns="25400" rIns="25400" bIns="25400" rtlCol="0" anchor="t">
            <a:normAutofit/>
          </a:bodyPr>
          <a:lstStyle/>
          <a:p>
            <a:pPr algn="l" indent="0" marL="0">
              <a:buNone/>
            </a:pPr>
            <a:r>
              <a:rPr lang="en-US" sz="2850" b="1" dirty="0">
                <a:solidFill>
                  <a:srgbClr val="FFFFFF"/>
                </a:solidFill>
                <a:latin typeface="Bai Jamjuree" pitchFamily="34" charset="0"/>
                <a:ea typeface="Bai Jamjuree" pitchFamily="34" charset="-122"/>
                <a:cs typeface="Bai Jamjuree" pitchFamily="34" charset="-120"/>
              </a:rPr>
              <a:t>UI itu seperti…</a:t>
            </a:r>
            <a:endParaRPr lang="en-US" sz="2850" dirty="0"/>
          </a:p>
        </p:txBody>
      </p:sp>
      <p:sp>
        <p:nvSpPr>
          <p:cNvPr id="15" name="Shape 10"/>
          <p:cNvSpPr/>
          <p:nvPr/>
        </p:nvSpPr>
        <p:spPr>
          <a:xfrm>
            <a:off x="952500" y="4851400"/>
            <a:ext cx="8001000" cy="2057400"/>
          </a:xfrm>
          <a:prstGeom prst="rect">
            <a:avLst/>
          </a:prstGeom>
          <a:solidFill>
            <a:srgbClr val="FFFFFF"/>
          </a:solidFill>
          <a:ln/>
        </p:spPr>
      </p:sp>
      <p:sp>
        <p:nvSpPr>
          <p:cNvPr id="16" name="Text 11"/>
          <p:cNvSpPr/>
          <p:nvPr/>
        </p:nvSpPr>
        <p:spPr>
          <a:xfrm>
            <a:off x="1333500" y="5194300"/>
            <a:ext cx="7456170" cy="14097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000000"/>
                </a:solidFill>
                <a:latin typeface="Bai Jamjuree" pitchFamily="34" charset="0"/>
                <a:ea typeface="Bai Jamjuree" pitchFamily="34" charset="-122"/>
                <a:cs typeface="Bai Jamjuree" pitchFamily="34" charset="-120"/>
              </a:rPr>
              <a:t>Desain interior dan fasad sebuah rumah. Rapi, menarik, dan enak dipandang mata begitu pintu dibuka — kesan pertama yang langsung terlihat.</a:t>
            </a:r>
            <a:endParaRPr lang="en-US" sz="2400" dirty="0"/>
          </a:p>
        </p:txBody>
      </p:sp>
      <p:sp>
        <p:nvSpPr>
          <p:cNvPr id="17" name="Shape 12"/>
          <p:cNvSpPr/>
          <p:nvPr/>
        </p:nvSpPr>
        <p:spPr>
          <a:xfrm>
            <a:off x="9334500" y="3905250"/>
            <a:ext cx="8001000" cy="3003550"/>
          </a:xfrm>
          <a:prstGeom prst="roundRect">
            <a:avLst>
              <a:gd name="adj" fmla="val 5074"/>
            </a:avLst>
          </a:prstGeom>
          <a:ln/>
          <a:effectLst>
            <a:outerShdw sx="100000" sy="100000" kx="0" ky="0" algn="bl" rotWithShape="0" blurRad="571500" dist="285750" dir="5400000">
              <a:srgbClr val="010834">
                <a:alpha val="18000"/>
              </a:srgbClr>
            </a:outerShdw>
          </a:effectLst>
        </p:spPr>
      </p:sp>
      <p:sp>
        <p:nvSpPr>
          <p:cNvPr id="18" name="Shape 13"/>
          <p:cNvSpPr/>
          <p:nvPr/>
        </p:nvSpPr>
        <p:spPr>
          <a:xfrm>
            <a:off x="9334500" y="3905250"/>
            <a:ext cx="8001000" cy="946150"/>
          </a:xfrm>
          <a:prstGeom prst="rect">
            <a:avLst/>
          </a:prstGeom>
          <a:solidFill>
            <a:srgbClr val="FCC112"/>
          </a:solidFill>
          <a:ln/>
        </p:spPr>
      </p:sp>
      <p:sp>
        <p:nvSpPr>
          <p:cNvPr id="19" name="Text 14"/>
          <p:cNvSpPr/>
          <p:nvPr/>
        </p:nvSpPr>
        <p:spPr>
          <a:xfrm>
            <a:off x="9715500" y="4152900"/>
            <a:ext cx="7479030" cy="488950"/>
          </a:xfrm>
          <a:prstGeom prst="rect">
            <a:avLst/>
          </a:prstGeom>
          <a:noFill/>
          <a:ln/>
        </p:spPr>
        <p:txBody>
          <a:bodyPr wrap="square" lIns="25400" tIns="25400" rIns="25400" bIns="25400" rtlCol="0" anchor="t">
            <a:normAutofit/>
          </a:bodyPr>
          <a:lstStyle/>
          <a:p>
            <a:pPr algn="l" indent="0" marL="0">
              <a:buNone/>
            </a:pPr>
            <a:r>
              <a:rPr lang="en-US" sz="2850" b="1" dirty="0">
                <a:solidFill>
                  <a:srgbClr val="000000"/>
                </a:solidFill>
                <a:latin typeface="Bai Jamjuree" pitchFamily="34" charset="0"/>
                <a:ea typeface="Bai Jamjuree" pitchFamily="34" charset="-122"/>
                <a:cs typeface="Bai Jamjuree" pitchFamily="34" charset="-120"/>
              </a:rPr>
              <a:t>UX itu seperti…</a:t>
            </a:r>
            <a:endParaRPr lang="en-US" sz="2850" dirty="0"/>
          </a:p>
        </p:txBody>
      </p:sp>
      <p:sp>
        <p:nvSpPr>
          <p:cNvPr id="20" name="Shape 15"/>
          <p:cNvSpPr/>
          <p:nvPr/>
        </p:nvSpPr>
        <p:spPr>
          <a:xfrm>
            <a:off x="9334500" y="4851400"/>
            <a:ext cx="8001000" cy="2057400"/>
          </a:xfrm>
          <a:prstGeom prst="rect">
            <a:avLst/>
          </a:prstGeom>
          <a:solidFill>
            <a:srgbClr val="FFFFFF"/>
          </a:solidFill>
          <a:ln/>
        </p:spPr>
      </p:sp>
      <p:sp>
        <p:nvSpPr>
          <p:cNvPr id="21" name="Text 16"/>
          <p:cNvSpPr/>
          <p:nvPr/>
        </p:nvSpPr>
        <p:spPr>
          <a:xfrm>
            <a:off x="9715500" y="5194300"/>
            <a:ext cx="7456170" cy="14097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000000"/>
                </a:solidFill>
                <a:latin typeface="Bai Jamjuree" pitchFamily="34" charset="0"/>
                <a:ea typeface="Bai Jamjuree" pitchFamily="34" charset="-122"/>
                <a:cs typeface="Bai Jamjuree" pitchFamily="34" charset="-120"/>
              </a:rPr>
              <a:t>Kenyamanan tinggal di rumah itu. Apakah sirkulasi udaranya enak, gampang berpindah antar ruangan, dan kamu betah lama-lama di dalamnya.</a:t>
            </a:r>
            <a:endParaRPr lang="en-US" sz="2400" dirty="0"/>
          </a:p>
        </p:txBody>
      </p:sp>
      <p:sp>
        <p:nvSpPr>
          <p:cNvPr id="22" name="Shape 17"/>
          <p:cNvSpPr/>
          <p:nvPr/>
        </p:nvSpPr>
        <p:spPr>
          <a:xfrm>
            <a:off x="952500" y="8286750"/>
            <a:ext cx="17145000" cy="1036241"/>
          </a:xfrm>
          <a:prstGeom prst="roundRect">
            <a:avLst>
              <a:gd name="adj" fmla="val 14707"/>
            </a:avLst>
          </a:prstGeom>
          <a:solidFill>
            <a:srgbClr val="FCC112"/>
          </a:solidFill>
          <a:ln/>
        </p:spPr>
      </p:sp>
      <p:sp>
        <p:nvSpPr>
          <p:cNvPr id="23" name="Text 18"/>
          <p:cNvSpPr/>
          <p:nvPr/>
        </p:nvSpPr>
        <p:spPr>
          <a:xfrm>
            <a:off x="1333500" y="8591550"/>
            <a:ext cx="16897350" cy="46474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Rumah yang catnya bagus doang belum tentu bikin kamu betah tinggal. Begitu juga sebaliknya.</a:t>
            </a:r>
            <a:endParaRPr lang="en-US" sz="2400" dirty="0"/>
          </a:p>
        </p:txBody>
      </p:sp>
      <p:sp>
        <p:nvSpPr>
          <p:cNvPr id="24" name="Shape 19"/>
          <p:cNvSpPr/>
          <p:nvPr/>
        </p:nvSpPr>
        <p:spPr>
          <a:xfrm>
            <a:off x="0" y="9372600"/>
            <a:ext cx="18288000" cy="914400"/>
          </a:xfrm>
          <a:prstGeom prst="rect">
            <a:avLst/>
          </a:prstGeom>
          <a:solidFill>
            <a:srgbClr val="BBDDFF"/>
          </a:solidFill>
          <a:ln/>
        </p:spPr>
      </p:sp>
      <p:sp>
        <p:nvSpPr>
          <p:cNvPr id="25" name="Text 20"/>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26" name="Text 21"/>
          <p:cNvSpPr/>
          <p:nvPr/>
        </p:nvSpPr>
        <p:spPr>
          <a:xfrm>
            <a:off x="14717217" y="9661525"/>
            <a:ext cx="288011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Perbedaan UI dan UX</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620500" y="7429500"/>
            <a:ext cx="1714500" cy="1714500"/>
          </a:xfrm>
          <a:prstGeom prst="roundRect">
            <a:avLst>
              <a:gd name="adj" fmla="val 3333"/>
            </a:avLst>
          </a:prstGeom>
          <a:solidFill>
            <a:srgbClr val="FFFFFF">
              <a:alpha val="27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Coba Lihat Aplikasi Tiket.com</a:t>
            </a:r>
            <a:endParaRPr lang="en-US" sz="4800" dirty="0"/>
          </a:p>
        </p:txBody>
      </p:sp>
      <p:sp>
        <p:nvSpPr>
          <p:cNvPr id="12" name="Text 7"/>
          <p:cNvSpPr/>
          <p:nvPr/>
        </p:nvSpPr>
        <p:spPr>
          <a:xfrm>
            <a:off x="952500" y="4049911"/>
            <a:ext cx="8829675" cy="2247702"/>
          </a:xfrm>
          <a:prstGeom prst="rect">
            <a:avLst/>
          </a:prstGeom>
          <a:noFill/>
          <a:ln/>
        </p:spPr>
        <p:txBody>
          <a:bodyPr wrap="square" lIns="25400" tIns="25400" rIns="25400" bIns="25400" rtlCol="0" anchor="t">
            <a:normAutofit/>
          </a:bodyPr>
          <a:lstStyle/>
          <a:p>
            <a:pPr algn="l" indent="0" marL="0">
              <a:lnSpc>
                <a:spcPct val="116000"/>
              </a:lnSpc>
              <a:buNone/>
            </a:pPr>
            <a:r>
              <a:rPr lang="en-US" sz="2400" dirty="0">
                <a:solidFill>
                  <a:srgbClr val="023161"/>
                </a:solidFill>
                <a:latin typeface="Bai Jamjuree" pitchFamily="34" charset="0"/>
                <a:ea typeface="Bai Jamjuree" pitchFamily="34" charset="-122"/>
                <a:cs typeface="Bai Jamjuree" pitchFamily="34" charset="-120"/>
              </a:rPr>
              <a:t>Tampilan halaman pencarian tiketnya rapi dan warnanya konsisten — itu kerja keras UI Designer. Tapi coba perhatikan lagi: saat kamu mengisi tanggal, jumlah penumpang, sampai memilih kursi, semua terasa runtut dan nggak bikin bingung — itu hasil kerja UX Designer yang merancang alurnya.</a:t>
            </a:r>
            <a:endParaRPr lang="en-US" sz="2400" dirty="0"/>
          </a:p>
        </p:txBody>
      </p:sp>
      <p:sp>
        <p:nvSpPr>
          <p:cNvPr id="13" name="Shape 8"/>
          <p:cNvSpPr/>
          <p:nvPr/>
        </p:nvSpPr>
        <p:spPr>
          <a:xfrm>
            <a:off x="952500" y="6640513"/>
            <a:ext cx="8572500" cy="1462881"/>
          </a:xfrm>
          <a:prstGeom prst="roundRect">
            <a:avLst>
              <a:gd name="adj" fmla="val 10418"/>
            </a:avLst>
          </a:prstGeom>
          <a:solidFill>
            <a:srgbClr val="FCC112"/>
          </a:solidFill>
          <a:ln/>
        </p:spPr>
      </p:sp>
      <p:sp>
        <p:nvSpPr>
          <p:cNvPr id="14" name="Text 9"/>
          <p:cNvSpPr/>
          <p:nvPr/>
        </p:nvSpPr>
        <p:spPr>
          <a:xfrm>
            <a:off x="1333500" y="6945313"/>
            <a:ext cx="806767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Satu aplikasi, dua peran yang bekerja sama membuatnya terasa "pas".</a:t>
            </a:r>
            <a:endParaRPr lang="en-US" sz="2400" dirty="0"/>
          </a:p>
        </p:txBody>
      </p:sp>
      <p:sp>
        <p:nvSpPr>
          <p:cNvPr id="15" name="Shape 10"/>
          <p:cNvSpPr/>
          <p:nvPr/>
        </p:nvSpPr>
        <p:spPr>
          <a:xfrm>
            <a:off x="13487400" y="1428750"/>
            <a:ext cx="3657600" cy="7562850"/>
          </a:xfrm>
          <a:prstGeom prst="roundRect">
            <a:avLst>
              <a:gd name="adj" fmla="val 12500"/>
            </a:avLst>
          </a:prstGeom>
          <a:solidFill>
            <a:srgbClr val="FFFFFF"/>
          </a:solidFill>
          <a:ln w="114300">
            <a:solidFill>
              <a:srgbClr val="023161"/>
            </a:solidFill>
            <a:prstDash val="solid"/>
          </a:ln>
          <a:effectLst>
            <a:outerShdw sx="100000" sy="100000" kx="0" ky="0" algn="bl" rotWithShape="0" blurRad="762000" dist="381000" dir="5400000">
              <a:srgbClr val="010834">
                <a:alpha val="28000"/>
              </a:srgbClr>
            </a:outerShdw>
          </a:effectLst>
        </p:spPr>
      </p:sp>
      <p:pic>
        <p:nvPicPr>
          <p:cNvPr id="16" name="Image 3" descr="preencoded.png">    </p:cNvPr>
          <p:cNvPicPr>
            <a:picLocks noChangeAspect="1"/>
          </p:cNvPicPr>
          <p:nvPr/>
        </p:nvPicPr>
        <p:blipFill>
          <a:blip r:embed="rId4"/>
          <a:srcRect l="0" r="0" t="605" b="605"/>
          <a:stretch/>
        </p:blipFill>
        <p:spPr>
          <a:xfrm>
            <a:off x="13601700" y="1543050"/>
            <a:ext cx="3429000" cy="7334250"/>
          </a:xfrm>
          <a:prstGeom prst="rect">
            <a:avLst/>
          </a:prstGeom>
        </p:spPr>
      </p:pic>
      <p:sp>
        <p:nvSpPr>
          <p:cNvPr id="17" name="Shape 11"/>
          <p:cNvSpPr/>
          <p:nvPr/>
        </p:nvSpPr>
        <p:spPr>
          <a:xfrm>
            <a:off x="0" y="9372600"/>
            <a:ext cx="18288000" cy="914400"/>
          </a:xfrm>
          <a:prstGeom prst="rect">
            <a:avLst/>
          </a:prstGeom>
          <a:solidFill>
            <a:srgbClr val="BBDDFF"/>
          </a:solidFill>
          <a:ln/>
        </p:spPr>
      </p:sp>
      <p:sp>
        <p:nvSpPr>
          <p:cNvPr id="18" name="Text 12"/>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19" name="Text 13"/>
          <p:cNvSpPr/>
          <p:nvPr/>
        </p:nvSpPr>
        <p:spPr>
          <a:xfrm>
            <a:off x="14717217" y="9661525"/>
            <a:ext cx="288011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Perbedaan UI dan UX</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5F9C"/>
          </a:solidFill>
          <a:ln/>
        </p:spPr>
      </p:sp>
      <p:pic>
        <p:nvPicPr>
          <p:cNvPr id="3"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5" name="Shape 2"/>
          <p:cNvSpPr/>
          <p:nvPr/>
        </p:nvSpPr>
        <p:spPr>
          <a:xfrm>
            <a:off x="1143000" y="952500"/>
            <a:ext cx="4648696" cy="847725"/>
          </a:xfrm>
          <a:prstGeom prst="roundRect">
            <a:avLst>
              <a:gd name="adj" fmla="val 20225"/>
            </a:avLst>
          </a:prstGeom>
          <a:solidFill>
            <a:srgbClr val="235F9C"/>
          </a:solidFill>
          <a:ln/>
        </p:spPr>
      </p:sp>
      <p:sp>
        <p:nvSpPr>
          <p:cNvPr id="6" name="Shape 3"/>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9" name="Text 4"/>
          <p:cNvSpPr/>
          <p:nvPr/>
        </p:nvSpPr>
        <p:spPr>
          <a:xfrm>
            <a:off x="3473748" y="12080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3" descr="preencoded.png">    </p:cNvPr>
          <p:cNvPicPr>
            <a:picLocks noChangeAspect="1"/>
          </p:cNvPicPr>
          <p:nvPr/>
        </p:nvPicPr>
        <p:blipFill>
          <a:blip r:embed="rId4"/>
          <a:stretch>
            <a:fillRect/>
          </a:stretch>
        </p:blipFill>
        <p:spPr>
          <a:xfrm>
            <a:off x="3878957" y="1185863"/>
            <a:ext cx="537865" cy="381000"/>
          </a:xfrm>
          <a:prstGeom prst="rect">
            <a:avLst/>
          </a:prstGeom>
        </p:spPr>
      </p:pic>
      <p:sp>
        <p:nvSpPr>
          <p:cNvPr id="11" name="Text 5"/>
          <p:cNvSpPr/>
          <p:nvPr/>
        </p:nvSpPr>
        <p:spPr>
          <a:xfrm>
            <a:off x="4683522" y="12334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Text 6"/>
          <p:cNvSpPr/>
          <p:nvPr/>
        </p:nvSpPr>
        <p:spPr>
          <a:xfrm>
            <a:off x="1143000" y="2857500"/>
            <a:ext cx="15716250" cy="826691"/>
          </a:xfrm>
          <a:prstGeom prst="rect">
            <a:avLst/>
          </a:prstGeom>
          <a:noFill/>
          <a:ln/>
        </p:spPr>
        <p:txBody>
          <a:bodyPr wrap="square" lIns="25400" tIns="25400" rIns="25400" bIns="25400" rtlCol="0" anchor="t">
            <a:normAutofit/>
          </a:bodyPr>
          <a:lstStyle/>
          <a:p>
            <a:pPr algn="l" indent="0" marL="0">
              <a:lnSpc>
                <a:spcPct val="92000"/>
              </a:lnSpc>
              <a:buNone/>
            </a:pPr>
            <a:r>
              <a:rPr lang="en-US" sz="5400" b="1" dirty="0">
                <a:solidFill>
                  <a:srgbClr val="FFFFFF"/>
                </a:solidFill>
                <a:latin typeface="Bai Jamjuree" pitchFamily="34" charset="0"/>
                <a:ea typeface="Bai Jamjuree" pitchFamily="34" charset="-122"/>
                <a:cs typeface="Bai Jamjuree" pitchFamily="34" charset="-120"/>
              </a:rPr>
              <a:t>Jadi, UI atau UX yang Lebih Penting?</a:t>
            </a:r>
            <a:endParaRPr lang="en-US" sz="5400" dirty="0"/>
          </a:p>
        </p:txBody>
      </p:sp>
      <p:sp>
        <p:nvSpPr>
          <p:cNvPr id="13" name="Text 7"/>
          <p:cNvSpPr/>
          <p:nvPr/>
        </p:nvSpPr>
        <p:spPr>
          <a:xfrm>
            <a:off x="1143000" y="3950891"/>
            <a:ext cx="13244513" cy="1009650"/>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Jawabannya: dua-duanya. UI tanpa UX bikin produk terlihat indah tapi susah dipakai. UX tanpa UI bikin produk mudah dipakai tapi terasa hambar dan kurang dipercaya.</a:t>
            </a:r>
            <a:endParaRPr lang="en-US" sz="2550" dirty="0"/>
          </a:p>
        </p:txBody>
      </p:sp>
      <p:sp>
        <p:nvSpPr>
          <p:cNvPr id="14" name="Shape 8"/>
          <p:cNvSpPr/>
          <p:nvPr/>
        </p:nvSpPr>
        <p:spPr>
          <a:xfrm>
            <a:off x="1143000" y="5227241"/>
            <a:ext cx="13144500" cy="1462881"/>
          </a:xfrm>
          <a:prstGeom prst="roundRect">
            <a:avLst>
              <a:gd name="adj" fmla="val 10418"/>
            </a:avLst>
          </a:prstGeom>
          <a:solidFill>
            <a:srgbClr val="FCC112"/>
          </a:solidFill>
          <a:ln/>
        </p:spPr>
      </p:sp>
      <p:sp>
        <p:nvSpPr>
          <p:cNvPr id="15" name="Text 9"/>
          <p:cNvSpPr/>
          <p:nvPr/>
        </p:nvSpPr>
        <p:spPr>
          <a:xfrm>
            <a:off x="1524000" y="5532041"/>
            <a:ext cx="1277683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UI dan UX bukan soal siapa yang lebih penting, tapi soal bagaimana keduanya bekerja bersama.</a:t>
            </a:r>
            <a:endParaRPr lang="en-US" sz="2400" dirty="0"/>
          </a:p>
        </p:txBody>
      </p:sp>
      <p:sp>
        <p:nvSpPr>
          <p:cNvPr id="16" name="Text 10"/>
          <p:cNvSpPr/>
          <p:nvPr/>
        </p:nvSpPr>
        <p:spPr>
          <a:xfrm>
            <a:off x="1143000" y="6994922"/>
            <a:ext cx="14716125" cy="781050"/>
          </a:xfrm>
          <a:prstGeom prst="rect">
            <a:avLst/>
          </a:prstGeom>
          <a:noFill/>
          <a:ln/>
        </p:spPr>
        <p:txBody>
          <a:bodyPr wrap="square" lIns="25400" tIns="25400" rIns="25400" bIns="25400" rtlCol="0" anchor="t">
            <a:normAutofit/>
          </a:bodyPr>
          <a:lstStyle/>
          <a:p>
            <a:pPr algn="l" indent="0" marL="0">
              <a:buNone/>
            </a:pPr>
            <a:r>
              <a:rPr lang="en-US" sz="2250" i="1" dirty="0">
                <a:solidFill>
                  <a:srgbClr val="FBBB0B"/>
                </a:solidFill>
                <a:latin typeface="Plus Jakarta Sans" pitchFamily="34" charset="0"/>
                <a:ea typeface="Plus Jakarta Sans" pitchFamily="34" charset="-122"/>
                <a:cs typeface="Plus Jakarta Sans" pitchFamily="34" charset="-120"/>
              </a:rPr>
              <a:t>Nah, kalau begitu, gimana sih sebenarnya UI dan UX ini saling berhubungan dalam sebuah produk digital? Yuk lanjut ke pembahasan berikutnya →</a:t>
            </a:r>
            <a:endParaRPr lang="en-US" sz="2250" dirty="0"/>
          </a:p>
        </p:txBody>
      </p:sp>
      <p:sp>
        <p:nvSpPr>
          <p:cNvPr id="17" name="Text 11"/>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18" name="Text 12"/>
          <p:cNvSpPr/>
          <p:nvPr/>
        </p:nvSpPr>
        <p:spPr>
          <a:xfrm>
            <a:off x="14717217" y="9661525"/>
            <a:ext cx="288011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Perbedaan UI dan UX</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5F9C"/>
          </a:solidFill>
          <a:ln/>
        </p:spPr>
      </p:sp>
      <p:pic>
        <p:nvPicPr>
          <p:cNvPr id="3"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5" name="Text 2"/>
          <p:cNvSpPr/>
          <p:nvPr/>
        </p:nvSpPr>
        <p:spPr>
          <a:xfrm>
            <a:off x="12836625" y="1143000"/>
            <a:ext cx="4948764"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03</a:t>
            </a:r>
            <a:endParaRPr lang="en-US" sz="27000" dirty="0"/>
          </a:p>
        </p:txBody>
      </p:sp>
      <p:sp>
        <p:nvSpPr>
          <p:cNvPr id="6" name="Shape 3"/>
          <p:cNvSpPr/>
          <p:nvPr/>
        </p:nvSpPr>
        <p:spPr>
          <a:xfrm>
            <a:off x="1143000" y="1143000"/>
            <a:ext cx="2387898" cy="847725"/>
          </a:xfrm>
          <a:prstGeom prst="roundRect">
            <a:avLst>
              <a:gd name="adj" fmla="val 20225"/>
            </a:avLst>
          </a:prstGeom>
          <a:solidFill>
            <a:srgbClr val="235F9C"/>
          </a:solidFill>
          <a:ln/>
        </p:spPr>
      </p:sp>
      <p:sp>
        <p:nvSpPr>
          <p:cNvPr id="7" name="Shape 4"/>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8"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9"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10" name="Shape 5"/>
          <p:cNvSpPr/>
          <p:nvPr/>
        </p:nvSpPr>
        <p:spPr>
          <a:xfrm>
            <a:off x="1143000" y="3810000"/>
            <a:ext cx="2227858" cy="685800"/>
          </a:xfrm>
          <a:prstGeom prst="rect">
            <a:avLst/>
          </a:prstGeom>
          <a:solidFill>
            <a:srgbClr val="023161"/>
          </a:solidFill>
          <a:ln/>
        </p:spPr>
      </p:sp>
      <p:sp>
        <p:nvSpPr>
          <p:cNvPr id="11" name="Text 6"/>
          <p:cNvSpPr/>
          <p:nvPr/>
        </p:nvSpPr>
        <p:spPr>
          <a:xfrm>
            <a:off x="1447800" y="3962400"/>
            <a:ext cx="1694458"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03</a:t>
            </a:r>
            <a:endParaRPr lang="en-US" sz="2400" dirty="0"/>
          </a:p>
        </p:txBody>
      </p:sp>
      <p:sp>
        <p:nvSpPr>
          <p:cNvPr id="12" name="Text 7"/>
          <p:cNvSpPr/>
          <p:nvPr/>
        </p:nvSpPr>
        <p:spPr>
          <a:xfrm>
            <a:off x="1143000" y="4914900"/>
            <a:ext cx="13260148" cy="2049661"/>
          </a:xfrm>
          <a:prstGeom prst="rect">
            <a:avLst/>
          </a:prstGeom>
          <a:noFill/>
          <a:ln/>
        </p:spPr>
        <p:txBody>
          <a:bodyPr wrap="square" lIns="25400" tIns="25400" rIns="25400" bIns="25400" rtlCol="0" anchor="t">
            <a:normAutofit/>
          </a:bodyPr>
          <a:lstStyle/>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Kalau UI dan UX Berbeda,</a:t>
            </a:r>
            <a:endParaRPr lang="en-US" sz="7200" dirty="0"/>
          </a:p>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Terus Hubungannya Gimana?</a:t>
            </a:r>
            <a:endParaRPr lang="en-US" sz="7200" dirty="0"/>
          </a:p>
        </p:txBody>
      </p:sp>
      <p:sp>
        <p:nvSpPr>
          <p:cNvPr id="13" name="Text 8"/>
          <p:cNvSpPr/>
          <p:nvPr/>
        </p:nvSpPr>
        <p:spPr>
          <a:xfrm>
            <a:off x="1143000" y="7707511"/>
            <a:ext cx="10791825" cy="105152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Yuk cari tahu kenapa keduanya nggak bisa jalan sendiri-sendiri.</a:t>
            </a:r>
            <a:endParaRPr lang="en-US" sz="2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5F9C"/>
          </a:solidFill>
          <a:ln/>
        </p:spPr>
      </p:sp>
      <p:pic>
        <p:nvPicPr>
          <p:cNvPr id="3"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5" name="Shape 2"/>
          <p:cNvSpPr/>
          <p:nvPr/>
        </p:nvSpPr>
        <p:spPr>
          <a:xfrm>
            <a:off x="1143000" y="952500"/>
            <a:ext cx="4648696" cy="847725"/>
          </a:xfrm>
          <a:prstGeom prst="roundRect">
            <a:avLst>
              <a:gd name="adj" fmla="val 20225"/>
            </a:avLst>
          </a:prstGeom>
          <a:solidFill>
            <a:srgbClr val="235F9C"/>
          </a:solidFill>
          <a:ln/>
        </p:spPr>
      </p:sp>
      <p:sp>
        <p:nvSpPr>
          <p:cNvPr id="6" name="Shape 3"/>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9" name="Text 4"/>
          <p:cNvSpPr/>
          <p:nvPr/>
        </p:nvSpPr>
        <p:spPr>
          <a:xfrm>
            <a:off x="3473748" y="12080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3" descr="preencoded.png">    </p:cNvPr>
          <p:cNvPicPr>
            <a:picLocks noChangeAspect="1"/>
          </p:cNvPicPr>
          <p:nvPr/>
        </p:nvPicPr>
        <p:blipFill>
          <a:blip r:embed="rId4"/>
          <a:stretch>
            <a:fillRect/>
          </a:stretch>
        </p:blipFill>
        <p:spPr>
          <a:xfrm>
            <a:off x="3878957" y="1185863"/>
            <a:ext cx="537865" cy="381000"/>
          </a:xfrm>
          <a:prstGeom prst="rect">
            <a:avLst/>
          </a:prstGeom>
        </p:spPr>
      </p:pic>
      <p:sp>
        <p:nvSpPr>
          <p:cNvPr id="11" name="Text 5"/>
          <p:cNvSpPr/>
          <p:nvPr/>
        </p:nvSpPr>
        <p:spPr>
          <a:xfrm>
            <a:off x="4683522" y="12334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Text 6"/>
          <p:cNvSpPr/>
          <p:nvPr/>
        </p:nvSpPr>
        <p:spPr>
          <a:xfrm>
            <a:off x="1143000" y="3143250"/>
            <a:ext cx="14716125" cy="1615281"/>
          </a:xfrm>
          <a:prstGeom prst="rect">
            <a:avLst/>
          </a:prstGeom>
          <a:noFill/>
          <a:ln/>
        </p:spPr>
        <p:txBody>
          <a:bodyPr wrap="square" lIns="25400" tIns="25400" rIns="25400" bIns="25400" rtlCol="0" anchor="t">
            <a:normAutofit/>
          </a:bodyPr>
          <a:lstStyle/>
          <a:p>
            <a:pPr algn="l" indent="0" marL="0">
              <a:lnSpc>
                <a:spcPct val="92000"/>
              </a:lnSpc>
              <a:buNone/>
            </a:pPr>
            <a:r>
              <a:rPr lang="en-US" sz="5400" b="1" dirty="0">
                <a:solidFill>
                  <a:srgbClr val="FFFFFF"/>
                </a:solidFill>
                <a:latin typeface="Bai Jamjuree" pitchFamily="34" charset="0"/>
                <a:ea typeface="Bai Jamjuree" pitchFamily="34" charset="-122"/>
                <a:cs typeface="Bai Jamjuree" pitchFamily="34" charset="-120"/>
              </a:rPr>
              <a:t>Pernah Pakai Aplikasi yang Cantik Tapi Bikin Frustrasi?</a:t>
            </a:r>
            <a:endParaRPr lang="en-US" sz="5400" dirty="0"/>
          </a:p>
        </p:txBody>
      </p:sp>
      <p:sp>
        <p:nvSpPr>
          <p:cNvPr id="13" name="Text 7"/>
          <p:cNvSpPr/>
          <p:nvPr/>
        </p:nvSpPr>
        <p:spPr>
          <a:xfrm>
            <a:off x="1143000" y="5063332"/>
            <a:ext cx="13244513" cy="1981200"/>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Coba ingat-ingat, pernah nggak kamu buka aplikasi yang tampilannya keren banget, tapi begitu mau cari fitur atau checkout malah muter-muter kebingungan? Atau sebaliknya, aplikasi yang gampang dipakai tapi tampilannya berantakan sampai bikin ragu buat percaya?</a:t>
            </a:r>
            <a:endParaRPr lang="en-US" sz="2550" dirty="0"/>
          </a:p>
        </p:txBody>
      </p:sp>
      <p:sp>
        <p:nvSpPr>
          <p:cNvPr id="14" name="Shape 8"/>
          <p:cNvSpPr/>
          <p:nvPr/>
        </p:nvSpPr>
        <p:spPr>
          <a:xfrm>
            <a:off x="1143000" y="7349332"/>
            <a:ext cx="13144500" cy="1462881"/>
          </a:xfrm>
          <a:prstGeom prst="roundRect">
            <a:avLst>
              <a:gd name="adj" fmla="val 10418"/>
            </a:avLst>
          </a:prstGeom>
          <a:solidFill>
            <a:srgbClr val="FCC112"/>
          </a:solidFill>
          <a:ln/>
        </p:spPr>
      </p:sp>
      <p:sp>
        <p:nvSpPr>
          <p:cNvPr id="15" name="Text 9"/>
          <p:cNvSpPr/>
          <p:nvPr/>
        </p:nvSpPr>
        <p:spPr>
          <a:xfrm>
            <a:off x="1524000" y="7654132"/>
            <a:ext cx="1277683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Kedua situasi ini nunjukin satu hal: UI dan UX itu harus jalan bareng, bukan salah satu doang.</a:t>
            </a:r>
            <a:endParaRPr lang="en-US" sz="2400" dirty="0"/>
          </a:p>
        </p:txBody>
      </p:sp>
      <p:sp>
        <p:nvSpPr>
          <p:cNvPr id="16" name="Text 10"/>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17" name="Text 11"/>
          <p:cNvSpPr/>
          <p:nvPr/>
        </p:nvSpPr>
        <p:spPr>
          <a:xfrm>
            <a:off x="12154298" y="9661525"/>
            <a:ext cx="5699324"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Hubungan UI dan UX dalam Produk Digital</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000250"/>
            <a:ext cx="1471612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UI adalah Wajah, UX adalah Keseluruhan Perjalanan</a:t>
            </a:r>
            <a:endParaRPr lang="en-US" sz="4800" dirty="0"/>
          </a:p>
        </p:txBody>
      </p:sp>
      <p:sp>
        <p:nvSpPr>
          <p:cNvPr id="11" name="Text 6"/>
          <p:cNvSpPr/>
          <p:nvPr/>
        </p:nvSpPr>
        <p:spPr>
          <a:xfrm>
            <a:off x="952500" y="3238500"/>
            <a:ext cx="14716125" cy="1281113"/>
          </a:xfrm>
          <a:prstGeom prst="rect">
            <a:avLst/>
          </a:prstGeom>
          <a:noFill/>
          <a:ln/>
        </p:spPr>
        <p:txBody>
          <a:bodyPr wrap="square" lIns="25400" tIns="25400" rIns="25400" bIns="25400" rtlCol="0" anchor="t">
            <a:normAutofit/>
          </a:bodyPr>
          <a:lstStyle/>
          <a:p>
            <a:pPr algn="l" indent="0" marL="0">
              <a:lnSpc>
                <a:spcPct val="116518"/>
              </a:lnSpc>
              <a:buNone/>
            </a:pPr>
            <a:r>
              <a:rPr lang="en-US" sz="2250" dirty="0">
                <a:solidFill>
                  <a:srgbClr val="023161"/>
                </a:solidFill>
                <a:latin typeface="Bai Jamjuree" pitchFamily="34" charset="0"/>
                <a:ea typeface="Bai Jamjuree" pitchFamily="34" charset="-122"/>
                <a:cs typeface="Bai Jamjuree" pitchFamily="34" charset="-120"/>
              </a:rPr>
              <a:t>Kalau UI ibarat wajah dan gaya berpakaian sebuah produk, UX adalah keseluruhan perjalanan pengguna dari awal membuka aplikasi sampai keluar lagi. Wajah yang menarik bikin orang tertarik masuk pertama kali, tapi yang bikin mereka betah dan balik lagi adalah pengalaman yang mereka rasakan selama di dalam.</a:t>
            </a:r>
            <a:endParaRPr lang="en-US" sz="2250" dirty="0"/>
          </a:p>
        </p:txBody>
      </p:sp>
      <p:sp>
        <p:nvSpPr>
          <p:cNvPr id="12" name="Shape 7"/>
          <p:cNvSpPr/>
          <p:nvPr/>
        </p:nvSpPr>
        <p:spPr>
          <a:xfrm>
            <a:off x="952500" y="5048250"/>
            <a:ext cx="8001000" cy="2489200"/>
          </a:xfrm>
          <a:prstGeom prst="roundRect">
            <a:avLst>
              <a:gd name="adj" fmla="val 6122"/>
            </a:avLst>
          </a:prstGeom>
          <a:ln/>
          <a:effectLst>
            <a:outerShdw sx="100000" sy="100000" kx="0" ky="0" algn="bl" rotWithShape="0" blurRad="571500" dist="285750" dir="5400000">
              <a:srgbClr val="010834">
                <a:alpha val="18000"/>
              </a:srgbClr>
            </a:outerShdw>
          </a:effectLst>
        </p:spPr>
      </p:sp>
      <p:sp>
        <p:nvSpPr>
          <p:cNvPr id="13" name="Shape 8"/>
          <p:cNvSpPr/>
          <p:nvPr/>
        </p:nvSpPr>
        <p:spPr>
          <a:xfrm>
            <a:off x="952500" y="5048250"/>
            <a:ext cx="8001000" cy="946150"/>
          </a:xfrm>
          <a:prstGeom prst="rect">
            <a:avLst/>
          </a:prstGeom>
          <a:solidFill>
            <a:srgbClr val="B3C5D8"/>
          </a:solidFill>
          <a:ln/>
        </p:spPr>
      </p:sp>
      <p:sp>
        <p:nvSpPr>
          <p:cNvPr id="14" name="Text 9"/>
          <p:cNvSpPr/>
          <p:nvPr/>
        </p:nvSpPr>
        <p:spPr>
          <a:xfrm>
            <a:off x="1333500" y="5295900"/>
            <a:ext cx="7479030" cy="488950"/>
          </a:xfrm>
          <a:prstGeom prst="rect">
            <a:avLst/>
          </a:prstGeom>
          <a:noFill/>
          <a:ln/>
        </p:spPr>
        <p:txBody>
          <a:bodyPr wrap="square" lIns="25400" tIns="25400" rIns="25400" bIns="25400" rtlCol="0" anchor="t">
            <a:normAutofit/>
          </a:bodyPr>
          <a:lstStyle/>
          <a:p>
            <a:pPr algn="l" indent="0" marL="0">
              <a:buNone/>
            </a:pPr>
            <a:r>
              <a:rPr lang="en-US" sz="2850" b="1" dirty="0">
                <a:solidFill>
                  <a:srgbClr val="023161"/>
                </a:solidFill>
                <a:latin typeface="Bai Jamjuree" pitchFamily="34" charset="0"/>
                <a:ea typeface="Bai Jamjuree" pitchFamily="34" charset="-122"/>
                <a:cs typeface="Bai Jamjuree" pitchFamily="34" charset="-120"/>
              </a:rPr>
              <a:t>Kalau Cuma UI yang Bagus</a:t>
            </a:r>
            <a:endParaRPr lang="en-US" sz="2850" dirty="0"/>
          </a:p>
        </p:txBody>
      </p:sp>
      <p:sp>
        <p:nvSpPr>
          <p:cNvPr id="15" name="Shape 10"/>
          <p:cNvSpPr/>
          <p:nvPr/>
        </p:nvSpPr>
        <p:spPr>
          <a:xfrm>
            <a:off x="952500" y="5994400"/>
            <a:ext cx="8001000" cy="1543050"/>
          </a:xfrm>
          <a:prstGeom prst="rect">
            <a:avLst/>
          </a:prstGeom>
          <a:solidFill>
            <a:srgbClr val="FFFFFF"/>
          </a:solidFill>
          <a:ln/>
        </p:spPr>
      </p:sp>
      <p:sp>
        <p:nvSpPr>
          <p:cNvPr id="16" name="Text 11"/>
          <p:cNvSpPr/>
          <p:nvPr/>
        </p:nvSpPr>
        <p:spPr>
          <a:xfrm>
            <a:off x="1333500" y="6337300"/>
            <a:ext cx="7456170" cy="895350"/>
          </a:xfrm>
          <a:prstGeom prst="rect">
            <a:avLst/>
          </a:prstGeom>
          <a:noFill/>
          <a:ln/>
        </p:spPr>
        <p:txBody>
          <a:bodyPr wrap="square" lIns="25400" tIns="25400" rIns="25400" bIns="25400" rtlCol="0" anchor="t">
            <a:normAutofit/>
          </a:bodyPr>
          <a:lstStyle/>
          <a:p>
            <a:pPr algn="l" indent="0" marL="0">
              <a:lnSpc>
                <a:spcPct val="120536"/>
              </a:lnSpc>
              <a:buNone/>
            </a:pPr>
            <a:r>
              <a:rPr lang="en-US" sz="2250" dirty="0">
                <a:solidFill>
                  <a:srgbClr val="000000"/>
                </a:solidFill>
                <a:latin typeface="Bai Jamjuree" pitchFamily="34" charset="0"/>
                <a:ea typeface="Bai Jamjuree" pitchFamily="34" charset="-122"/>
                <a:cs typeface="Bai Jamjuree" pitchFamily="34" charset="-120"/>
              </a:rPr>
              <a:t>Tampilan menarik, tapi alur ribet, pengguna sering nyasar, akhirnya kabur dan nggak balik lagi.</a:t>
            </a:r>
            <a:endParaRPr lang="en-US" sz="2250" dirty="0"/>
          </a:p>
        </p:txBody>
      </p:sp>
      <p:sp>
        <p:nvSpPr>
          <p:cNvPr id="17" name="Shape 12"/>
          <p:cNvSpPr/>
          <p:nvPr/>
        </p:nvSpPr>
        <p:spPr>
          <a:xfrm>
            <a:off x="9334500" y="5048250"/>
            <a:ext cx="8001000" cy="2489200"/>
          </a:xfrm>
          <a:prstGeom prst="roundRect">
            <a:avLst>
              <a:gd name="adj" fmla="val 6122"/>
            </a:avLst>
          </a:prstGeom>
          <a:ln/>
          <a:effectLst>
            <a:outerShdw sx="100000" sy="100000" kx="0" ky="0" algn="bl" rotWithShape="0" blurRad="571500" dist="285750" dir="5400000">
              <a:srgbClr val="010834">
                <a:alpha val="18000"/>
              </a:srgbClr>
            </a:outerShdw>
          </a:effectLst>
        </p:spPr>
      </p:sp>
      <p:sp>
        <p:nvSpPr>
          <p:cNvPr id="18" name="Shape 13"/>
          <p:cNvSpPr/>
          <p:nvPr/>
        </p:nvSpPr>
        <p:spPr>
          <a:xfrm>
            <a:off x="9334500" y="5048250"/>
            <a:ext cx="8001000" cy="946150"/>
          </a:xfrm>
          <a:prstGeom prst="rect">
            <a:avLst/>
          </a:prstGeom>
          <a:solidFill>
            <a:srgbClr val="FCC112"/>
          </a:solidFill>
          <a:ln/>
        </p:spPr>
      </p:sp>
      <p:sp>
        <p:nvSpPr>
          <p:cNvPr id="19" name="Text 14"/>
          <p:cNvSpPr/>
          <p:nvPr/>
        </p:nvSpPr>
        <p:spPr>
          <a:xfrm>
            <a:off x="9715500" y="5295900"/>
            <a:ext cx="7479030" cy="488950"/>
          </a:xfrm>
          <a:prstGeom prst="rect">
            <a:avLst/>
          </a:prstGeom>
          <a:noFill/>
          <a:ln/>
        </p:spPr>
        <p:txBody>
          <a:bodyPr wrap="square" lIns="25400" tIns="25400" rIns="25400" bIns="25400" rtlCol="0" anchor="t">
            <a:normAutofit/>
          </a:bodyPr>
          <a:lstStyle/>
          <a:p>
            <a:pPr algn="l" indent="0" marL="0">
              <a:buNone/>
            </a:pPr>
            <a:r>
              <a:rPr lang="en-US" sz="2850" b="1" dirty="0">
                <a:solidFill>
                  <a:srgbClr val="000000"/>
                </a:solidFill>
                <a:latin typeface="Bai Jamjuree" pitchFamily="34" charset="0"/>
                <a:ea typeface="Bai Jamjuree" pitchFamily="34" charset="-122"/>
                <a:cs typeface="Bai Jamjuree" pitchFamily="34" charset="-120"/>
              </a:rPr>
              <a:t>Kalau UI dan UX Sama-Sama Bagus</a:t>
            </a:r>
            <a:endParaRPr lang="en-US" sz="2850" dirty="0"/>
          </a:p>
        </p:txBody>
      </p:sp>
      <p:sp>
        <p:nvSpPr>
          <p:cNvPr id="20" name="Shape 15"/>
          <p:cNvSpPr/>
          <p:nvPr/>
        </p:nvSpPr>
        <p:spPr>
          <a:xfrm>
            <a:off x="9334500" y="5994400"/>
            <a:ext cx="8001000" cy="1543050"/>
          </a:xfrm>
          <a:prstGeom prst="rect">
            <a:avLst/>
          </a:prstGeom>
          <a:solidFill>
            <a:srgbClr val="FFFFFF"/>
          </a:solidFill>
          <a:ln/>
        </p:spPr>
      </p:sp>
      <p:sp>
        <p:nvSpPr>
          <p:cNvPr id="21" name="Text 16"/>
          <p:cNvSpPr/>
          <p:nvPr/>
        </p:nvSpPr>
        <p:spPr>
          <a:xfrm>
            <a:off x="9715500" y="6337300"/>
            <a:ext cx="7456170" cy="895350"/>
          </a:xfrm>
          <a:prstGeom prst="rect">
            <a:avLst/>
          </a:prstGeom>
          <a:noFill/>
          <a:ln/>
        </p:spPr>
        <p:txBody>
          <a:bodyPr wrap="square" lIns="25400" tIns="25400" rIns="25400" bIns="25400" rtlCol="0" anchor="t">
            <a:normAutofit/>
          </a:bodyPr>
          <a:lstStyle/>
          <a:p>
            <a:pPr algn="l" indent="0" marL="0">
              <a:lnSpc>
                <a:spcPct val="120536"/>
              </a:lnSpc>
              <a:buNone/>
            </a:pPr>
            <a:r>
              <a:rPr lang="en-US" sz="2250" dirty="0">
                <a:solidFill>
                  <a:srgbClr val="000000"/>
                </a:solidFill>
                <a:latin typeface="Bai Jamjuree" pitchFamily="34" charset="0"/>
                <a:ea typeface="Bai Jamjuree" pitchFamily="34" charset="-122"/>
                <a:cs typeface="Bai Jamjuree" pitchFamily="34" charset="-120"/>
              </a:rPr>
              <a:t>Tampilan menarik dan alur jelas, pengguna nyaman, betah, dan percaya sama produknya.</a:t>
            </a:r>
            <a:endParaRPr lang="en-US" sz="2250" dirty="0"/>
          </a:p>
        </p:txBody>
      </p:sp>
      <p:sp>
        <p:nvSpPr>
          <p:cNvPr id="22" name="Shape 17"/>
          <p:cNvSpPr/>
          <p:nvPr/>
        </p:nvSpPr>
        <p:spPr>
          <a:xfrm>
            <a:off x="0" y="9372600"/>
            <a:ext cx="18288000" cy="914400"/>
          </a:xfrm>
          <a:prstGeom prst="rect">
            <a:avLst/>
          </a:prstGeom>
          <a:solidFill>
            <a:srgbClr val="BBDDFF"/>
          </a:solidFill>
          <a:ln/>
        </p:spPr>
      </p:sp>
      <p:sp>
        <p:nvSpPr>
          <p:cNvPr id="23" name="Text 18"/>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24" name="Text 19"/>
          <p:cNvSpPr/>
          <p:nvPr/>
        </p:nvSpPr>
        <p:spPr>
          <a:xfrm>
            <a:off x="12154298" y="9661525"/>
            <a:ext cx="5699324"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Hubungan UI dan UX dalam Produk Digital</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240000" y="-285750"/>
            <a:ext cx="2095500" cy="2476500"/>
          </a:xfrm>
          <a:prstGeom prst="roundRect">
            <a:avLst>
              <a:gd name="adj" fmla="val 2727"/>
            </a:avLst>
          </a:prstGeom>
          <a:solidFill>
            <a:srgbClr val="FFFFFF">
              <a:alpha val="22000"/>
            </a:srgbClr>
          </a:solidFill>
          <a:ln/>
        </p:spPr>
      </p:sp>
      <p:sp>
        <p:nvSpPr>
          <p:cNvPr id="4" name="Shape 2"/>
          <p:cNvSpPr/>
          <p:nvPr/>
        </p:nvSpPr>
        <p:spPr>
          <a:xfrm>
            <a:off x="11811000" y="8001000"/>
            <a:ext cx="1524000" cy="1524000"/>
          </a:xfrm>
          <a:prstGeom prst="roundRect">
            <a:avLst>
              <a:gd name="adj" fmla="val 3750"/>
            </a:avLst>
          </a:prstGeom>
          <a:solidFill>
            <a:srgbClr val="FFFFFF">
              <a:alpha val="27000"/>
            </a:srgbClr>
          </a:solidFill>
          <a:ln/>
        </p:spPr>
      </p:sp>
      <p:sp>
        <p:nvSpPr>
          <p:cNvPr id="5" name="Shape 3"/>
          <p:cNvSpPr/>
          <p:nvPr/>
        </p:nvSpPr>
        <p:spPr>
          <a:xfrm>
            <a:off x="952500" y="685800"/>
            <a:ext cx="4648696" cy="847725"/>
          </a:xfrm>
          <a:prstGeom prst="roundRect">
            <a:avLst>
              <a:gd name="adj" fmla="val 20225"/>
            </a:avLst>
          </a:prstGeom>
          <a:solidFill>
            <a:srgbClr val="235F9C"/>
          </a:solidFill>
          <a:ln/>
        </p:spPr>
      </p:sp>
      <p:sp>
        <p:nvSpPr>
          <p:cNvPr id="6" name="Shape 4"/>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8"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9" name="Text 5"/>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1" name="Text 6"/>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Shape 7"/>
          <p:cNvSpPr/>
          <p:nvPr/>
        </p:nvSpPr>
        <p:spPr>
          <a:xfrm>
            <a:off x="952500" y="2266950"/>
            <a:ext cx="2623443" cy="685800"/>
          </a:xfrm>
          <a:prstGeom prst="rect">
            <a:avLst/>
          </a:prstGeom>
          <a:solidFill>
            <a:srgbClr val="023161"/>
          </a:solidFill>
          <a:ln/>
        </p:spPr>
      </p:sp>
      <p:sp>
        <p:nvSpPr>
          <p:cNvPr id="13" name="Text 8"/>
          <p:cNvSpPr/>
          <p:nvPr/>
        </p:nvSpPr>
        <p:spPr>
          <a:xfrm>
            <a:off x="1257300" y="2419350"/>
            <a:ext cx="2092546"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STUDI KASUS</a:t>
            </a:r>
            <a:endParaRPr lang="en-US" sz="2400" dirty="0"/>
          </a:p>
        </p:txBody>
      </p:sp>
      <p:sp>
        <p:nvSpPr>
          <p:cNvPr id="14" name="Text 9"/>
          <p:cNvSpPr/>
          <p:nvPr/>
        </p:nvSpPr>
        <p:spPr>
          <a:xfrm>
            <a:off x="952500" y="3333750"/>
            <a:ext cx="14668500"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Tombol Kirim Pesan di WhatsApp</a:t>
            </a:r>
            <a:endParaRPr lang="en-US" sz="4800" dirty="0"/>
          </a:p>
        </p:txBody>
      </p:sp>
      <p:sp>
        <p:nvSpPr>
          <p:cNvPr id="15" name="Text 10"/>
          <p:cNvSpPr/>
          <p:nvPr/>
        </p:nvSpPr>
        <p:spPr>
          <a:xfrm>
            <a:off x="952500" y="4415730"/>
            <a:ext cx="13735050" cy="1805781"/>
          </a:xfrm>
          <a:prstGeom prst="rect">
            <a:avLst/>
          </a:prstGeom>
          <a:noFill/>
          <a:ln/>
        </p:spPr>
        <p:txBody>
          <a:bodyPr wrap="square" lIns="25400" tIns="25400" rIns="25400" bIns="25400" rtlCol="0" anchor="t">
            <a:normAutofit/>
          </a:bodyPr>
          <a:lstStyle/>
          <a:p>
            <a:pPr algn="l" indent="0" marL="0">
              <a:lnSpc>
                <a:spcPct val="116000"/>
              </a:lnSpc>
              <a:buNone/>
            </a:pPr>
            <a:r>
              <a:rPr lang="en-US" sz="2400" dirty="0">
                <a:solidFill>
                  <a:srgbClr val="023161"/>
                </a:solidFill>
                <a:latin typeface="Bai Jamjuree" pitchFamily="34" charset="0"/>
                <a:ea typeface="Bai Jamjuree" pitchFamily="34" charset="-122"/>
                <a:cs typeface="Bai Jamjuree" pitchFamily="34" charset="-120"/>
              </a:rPr>
              <a:t>Tombol kirim pesan yang bulat hijau dengan ikon pesawat kertas itu bagian UI. Tapi coba perhatikan: tombol itu langsung muncul begitu kamu selesai mengetik, posisinya konsisten di semua halaman chat, dan responnya instan — itu bagian UX yang bikin proses mengirim pesan terasa alami tanpa perlu dipikirkan.</a:t>
            </a:r>
            <a:endParaRPr lang="en-US" sz="2400" dirty="0"/>
          </a:p>
        </p:txBody>
      </p:sp>
      <p:sp>
        <p:nvSpPr>
          <p:cNvPr id="16" name="Shape 11"/>
          <p:cNvSpPr/>
          <p:nvPr/>
        </p:nvSpPr>
        <p:spPr>
          <a:xfrm>
            <a:off x="952500" y="6564412"/>
            <a:ext cx="13144500" cy="1462881"/>
          </a:xfrm>
          <a:prstGeom prst="roundRect">
            <a:avLst>
              <a:gd name="adj" fmla="val 10418"/>
            </a:avLst>
          </a:prstGeom>
          <a:solidFill>
            <a:srgbClr val="FCC112"/>
          </a:solidFill>
          <a:ln/>
        </p:spPr>
      </p:sp>
      <p:sp>
        <p:nvSpPr>
          <p:cNvPr id="17" name="Text 12"/>
          <p:cNvSpPr/>
          <p:nvPr/>
        </p:nvSpPr>
        <p:spPr>
          <a:xfrm>
            <a:off x="1333500" y="6869212"/>
            <a:ext cx="1277683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Desain yang bagus (UI) baru terasa maksimal kalau didukung alur yang matang (UX).</a:t>
            </a:r>
            <a:endParaRPr lang="en-US" sz="2400" dirty="0"/>
          </a:p>
        </p:txBody>
      </p:sp>
      <p:sp>
        <p:nvSpPr>
          <p:cNvPr id="18" name="Shape 13"/>
          <p:cNvSpPr/>
          <p:nvPr/>
        </p:nvSpPr>
        <p:spPr>
          <a:xfrm>
            <a:off x="0" y="9372600"/>
            <a:ext cx="18288000" cy="914400"/>
          </a:xfrm>
          <a:prstGeom prst="rect">
            <a:avLst/>
          </a:prstGeom>
          <a:solidFill>
            <a:srgbClr val="BBDDFF"/>
          </a:solidFill>
          <a:ln/>
        </p:spPr>
      </p:sp>
      <p:sp>
        <p:nvSpPr>
          <p:cNvPr id="19" name="Text 14"/>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20" name="Text 15"/>
          <p:cNvSpPr/>
          <p:nvPr/>
        </p:nvSpPr>
        <p:spPr>
          <a:xfrm>
            <a:off x="12154298" y="9661525"/>
            <a:ext cx="5699324"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Hubungan UI dan UX dalam Produk Digital</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762000" y="8286750"/>
            <a:ext cx="1428750" cy="1428750"/>
          </a:xfrm>
          <a:prstGeom prst="roundRect">
            <a:avLst>
              <a:gd name="adj" fmla="val 4000"/>
            </a:avLst>
          </a:prstGeom>
          <a:solidFill>
            <a:srgbClr val="FFFFFF">
              <a:alpha val="22000"/>
            </a:srgbClr>
          </a:solidFill>
          <a:ln/>
        </p:spPr>
      </p:sp>
      <p:sp>
        <p:nvSpPr>
          <p:cNvPr id="5" name="Shape 3"/>
          <p:cNvSpPr/>
          <p:nvPr/>
        </p:nvSpPr>
        <p:spPr>
          <a:xfrm>
            <a:off x="952500" y="685800"/>
            <a:ext cx="4648696" cy="847725"/>
          </a:xfrm>
          <a:prstGeom prst="roundRect">
            <a:avLst>
              <a:gd name="adj" fmla="val 20225"/>
            </a:avLst>
          </a:prstGeom>
          <a:solidFill>
            <a:srgbClr val="235F9C"/>
          </a:solidFill>
          <a:ln/>
        </p:spPr>
      </p:sp>
      <p:sp>
        <p:nvSpPr>
          <p:cNvPr id="6" name="Shape 4"/>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8"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9" name="Text 5"/>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10"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1" name="Text 6"/>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2" name="Text 7"/>
          <p:cNvSpPr/>
          <p:nvPr/>
        </p:nvSpPr>
        <p:spPr>
          <a:xfrm>
            <a:off x="952500" y="2266950"/>
            <a:ext cx="14668500"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Analogi: UI dan UX Seperti Tubuh Manusia</a:t>
            </a:r>
            <a:endParaRPr lang="en-US" sz="4800" dirty="0"/>
          </a:p>
        </p:txBody>
      </p:sp>
      <p:sp>
        <p:nvSpPr>
          <p:cNvPr id="13" name="Text 8"/>
          <p:cNvSpPr/>
          <p:nvPr/>
        </p:nvSpPr>
        <p:spPr>
          <a:xfrm>
            <a:off x="952500" y="3348930"/>
            <a:ext cx="13735050" cy="1363861"/>
          </a:xfrm>
          <a:prstGeom prst="rect">
            <a:avLst/>
          </a:prstGeom>
          <a:noFill/>
          <a:ln/>
        </p:spPr>
        <p:txBody>
          <a:bodyPr wrap="square" lIns="25400" tIns="25400" rIns="25400" bIns="25400" rtlCol="0" anchor="t">
            <a:normAutofit/>
          </a:bodyPr>
          <a:lstStyle/>
          <a:p>
            <a:pPr algn="l" indent="0" marL="0">
              <a:lnSpc>
                <a:spcPct val="116000"/>
              </a:lnSpc>
              <a:buNone/>
            </a:pPr>
            <a:r>
              <a:rPr lang="en-US" sz="2400" dirty="0">
                <a:solidFill>
                  <a:srgbClr val="023161"/>
                </a:solidFill>
                <a:latin typeface="Bai Jamjuree" pitchFamily="34" charset="0"/>
                <a:ea typeface="Bai Jamjuree" pitchFamily="34" charset="-122"/>
                <a:cs typeface="Bai Jamjuree" pitchFamily="34" charset="-120"/>
              </a:rPr>
              <a:t>Coba bayangkan produk digital seperti tubuh manusia. UI itu kulit dan wajah yang terlihat dari luar. UX itu rangka, otot, dan sistem yang bekerja di dalam — yang bikin tubuh itu bisa bergerak, berfungsi, dan bertahan.</a:t>
            </a:r>
            <a:endParaRPr lang="en-US" sz="2400" dirty="0"/>
          </a:p>
        </p:txBody>
      </p:sp>
      <p:sp>
        <p:nvSpPr>
          <p:cNvPr id="14" name="Shape 9"/>
          <p:cNvSpPr/>
          <p:nvPr/>
        </p:nvSpPr>
        <p:spPr>
          <a:xfrm>
            <a:off x="952500" y="5055691"/>
            <a:ext cx="13144500" cy="1462881"/>
          </a:xfrm>
          <a:prstGeom prst="roundRect">
            <a:avLst>
              <a:gd name="adj" fmla="val 10418"/>
            </a:avLst>
          </a:prstGeom>
          <a:solidFill>
            <a:srgbClr val="FCC112"/>
          </a:solidFill>
          <a:ln/>
        </p:spPr>
      </p:sp>
      <p:sp>
        <p:nvSpPr>
          <p:cNvPr id="15" name="Text 10"/>
          <p:cNvSpPr/>
          <p:nvPr/>
        </p:nvSpPr>
        <p:spPr>
          <a:xfrm>
            <a:off x="1333500" y="5360491"/>
            <a:ext cx="12776835"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Keduanya nggak bisa dipisah. Kulit tanpa rangka nggak akan berdiri tegak, rangka tanpa kulit akan terlihat menyeramkan dan sulit didekati.</a:t>
            </a:r>
            <a:endParaRPr lang="en-US" sz="2400" dirty="0"/>
          </a:p>
        </p:txBody>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18" name="Text 13"/>
          <p:cNvSpPr/>
          <p:nvPr/>
        </p:nvSpPr>
        <p:spPr>
          <a:xfrm>
            <a:off x="12154298" y="9661525"/>
            <a:ext cx="5699324"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Hubungan UI dan UX dalam Produk Digital</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000250"/>
            <a:ext cx="12229753" cy="739080"/>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Rangkuman: Apa Itu UI dan UX Design</a:t>
            </a:r>
            <a:endParaRPr lang="en-US" sz="4800" dirty="0"/>
          </a:p>
        </p:txBody>
      </p:sp>
      <p:sp>
        <p:nvSpPr>
          <p:cNvPr id="12" name="Text 7"/>
          <p:cNvSpPr/>
          <p:nvPr/>
        </p:nvSpPr>
        <p:spPr>
          <a:xfrm>
            <a:off x="699135" y="3238500"/>
            <a:ext cx="16712565" cy="3667125"/>
          </a:xfrm>
          <a:prstGeom prst="rect">
            <a:avLst/>
          </a:prstGeom>
          <a:noFill/>
          <a:ln/>
        </p:spPr>
        <p:txBody>
          <a:bodyPr wrap="square" lIns="25400" tIns="25400" rIns="25400" bIns="25400" rtlCol="0" anchor="t">
            <a:normAutofit/>
          </a:bodyPr>
          <a:lstStyle/>
          <a:p>
            <a:pPr algn="l" indent="0" marL="0">
              <a:lnSpc>
                <a:spcPct val="100352"/>
              </a:lnSpc>
              <a:buNone/>
            </a:pPr>
            <a:r>
              <a:rPr lang="en-US" sz="2850" b="1" dirty="0">
                <a:solidFill>
                  <a:srgbClr val="023161"/>
                </a:solidFill>
                <a:latin typeface="Bai Jamjuree" pitchFamily="34" charset="0"/>
                <a:ea typeface="Bai Jamjuree" pitchFamily="34" charset="-122"/>
                <a:cs typeface="Bai Jamjuree" pitchFamily="34" charset="-120"/>
              </a:rPr>
              <a:t>UI (User Interface) adalah tampilan visual yang dilihat dan disentuh pengguna.</a:t>
            </a:r>
            <a:endParaRPr lang="en-US" sz="2850" dirty="0"/>
          </a:p>
          <a:p>
            <a:pPr algn="l" indent="0" marL="0">
              <a:lnSpc>
                <a:spcPct val="100352"/>
              </a:lnSpc>
              <a:buNone/>
            </a:pPr>
            <a:r>
              <a:rPr lang="en-US" sz="2850" b="1" dirty="0">
                <a:solidFill>
                  <a:srgbClr val="023161"/>
                </a:solidFill>
                <a:latin typeface="Bai Jamjuree" pitchFamily="34" charset="0"/>
                <a:ea typeface="Bai Jamjuree" pitchFamily="34" charset="-122"/>
                <a:cs typeface="Bai Jamjuree" pitchFamily="34" charset="-120"/>
              </a:rPr>
              <a:t>UX (User Experience) adalah keseluruhan pengalaman dan perasaan pengguna saat memakai produk.</a:t>
            </a:r>
            <a:endParaRPr lang="en-US" sz="2850" dirty="0"/>
          </a:p>
          <a:p>
            <a:pPr algn="l" indent="0" marL="0">
              <a:lnSpc>
                <a:spcPct val="100352"/>
              </a:lnSpc>
              <a:buNone/>
            </a:pPr>
            <a:r>
              <a:rPr lang="en-US" sz="2850" b="1" dirty="0">
                <a:solidFill>
                  <a:srgbClr val="023161"/>
                </a:solidFill>
                <a:latin typeface="Bai Jamjuree" pitchFamily="34" charset="0"/>
                <a:ea typeface="Bai Jamjuree" pitchFamily="34" charset="-122"/>
                <a:cs typeface="Bai Jamjuree" pitchFamily="34" charset="-120"/>
              </a:rPr>
              <a:t>UI dan UX berbeda fokus — UI soal tampilan, UX soal kenyamanan dan fungsi — tapi keduanya saling melengkapi.</a:t>
            </a:r>
            <a:endParaRPr lang="en-US" sz="2850" dirty="0"/>
          </a:p>
          <a:p>
            <a:pPr algn="l" indent="0" marL="0">
              <a:lnSpc>
                <a:spcPct val="100352"/>
              </a:lnSpc>
              <a:buNone/>
            </a:pPr>
            <a:r>
              <a:rPr lang="en-US" sz="2850" b="1" dirty="0">
                <a:solidFill>
                  <a:srgbClr val="023161"/>
                </a:solidFill>
                <a:latin typeface="Bai Jamjuree" pitchFamily="34" charset="0"/>
                <a:ea typeface="Bai Jamjuree" pitchFamily="34" charset="-122"/>
                <a:cs typeface="Bai Jamjuree" pitchFamily="34" charset="-120"/>
              </a:rPr>
              <a:t>Produk digital yang berhasil selalu lahir dari kolaborasi UI dan UX Designer yang solid.</a:t>
            </a:r>
            <a:endParaRPr lang="en-US" sz="2850" dirty="0"/>
          </a:p>
        </p:txBody>
      </p:sp>
      <p:sp>
        <p:nvSpPr>
          <p:cNvPr id="13" name="Shape 8"/>
          <p:cNvSpPr/>
          <p:nvPr/>
        </p:nvSpPr>
        <p:spPr>
          <a:xfrm>
            <a:off x="952500" y="7810500"/>
            <a:ext cx="17145000" cy="1462881"/>
          </a:xfrm>
          <a:prstGeom prst="roundRect">
            <a:avLst>
              <a:gd name="adj" fmla="val 10418"/>
            </a:avLst>
          </a:prstGeom>
          <a:solidFill>
            <a:srgbClr val="FCC112"/>
          </a:solidFill>
          <a:ln/>
        </p:spPr>
      </p:sp>
      <p:sp>
        <p:nvSpPr>
          <p:cNvPr id="14" name="Text 9"/>
          <p:cNvSpPr/>
          <p:nvPr/>
        </p:nvSpPr>
        <p:spPr>
          <a:xfrm>
            <a:off x="1333500" y="8115300"/>
            <a:ext cx="16897350" cy="891381"/>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Setelah paham dasarnya, di bab selanjutnya kita akan masuk lebih dalam ke proses kerja seorang UI/UX Designer.</a:t>
            </a:r>
            <a:endParaRPr lang="en-US" sz="2400" dirty="0"/>
          </a:p>
        </p:txBody>
      </p:sp>
      <p:sp>
        <p:nvSpPr>
          <p:cNvPr id="15" name="Shape 10"/>
          <p:cNvSpPr/>
          <p:nvPr/>
        </p:nvSpPr>
        <p:spPr>
          <a:xfrm>
            <a:off x="0" y="9372600"/>
            <a:ext cx="18288000" cy="914400"/>
          </a:xfrm>
          <a:prstGeom prst="rect">
            <a:avLst/>
          </a:prstGeom>
          <a:solidFill>
            <a:srgbClr val="BBDDFF"/>
          </a:solidFill>
          <a:ln/>
        </p:spPr>
      </p:sp>
      <p:sp>
        <p:nvSpPr>
          <p:cNvPr id="16" name="Text 11"/>
          <p:cNvSpPr/>
          <p:nvPr/>
        </p:nvSpPr>
        <p:spPr>
          <a:xfrm>
            <a:off x="952500" y="9661525"/>
            <a:ext cx="657266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Disusun Oleh: Dimas Pradipa Abiyuda, S.Tr.Kom.</a:t>
            </a:r>
            <a:endParaRPr lang="en-US" sz="2100" dirty="0"/>
          </a:p>
        </p:txBody>
      </p:sp>
      <p:sp>
        <p:nvSpPr>
          <p:cNvPr id="17" name="Text 12"/>
          <p:cNvSpPr/>
          <p:nvPr/>
        </p:nvSpPr>
        <p:spPr>
          <a:xfrm>
            <a:off x="12154298" y="9661525"/>
            <a:ext cx="5699324"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Hubungan UI dan UX dalam Produk Digital</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2026-07-12T22:48:02Z</dcterms:created>
  <dcterms:modified xsi:type="dcterms:W3CDTF">2026-07-12T22:48:02Z</dcterms:modified>
</cp:coreProperties>
</file>