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aleway ExtraBold"/>
      <p:bold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Lato Black"/>
      <p:bold r:id="rId29"/>
      <p:boldItalic r:id="rId30"/>
    </p:embeddedFont>
    <p:embeddedFont>
      <p:font typeface="Raleway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alewayExtraBold-boldItalic.fntdata"/><Relationship Id="rId23" Type="http://schemas.openxmlformats.org/officeDocument/2006/relationships/font" Target="fonts/Raleway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Blac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Medium-regular.fntdata"/><Relationship Id="rId30" Type="http://schemas.openxmlformats.org/officeDocument/2006/relationships/font" Target="fonts/LatoBlack-boldItalic.fntdata"/><Relationship Id="rId11" Type="http://schemas.openxmlformats.org/officeDocument/2006/relationships/slide" Target="slides/slide6.xml"/><Relationship Id="rId33" Type="http://schemas.openxmlformats.org/officeDocument/2006/relationships/font" Target="fonts/RalewayMedium-italic.fntdata"/><Relationship Id="rId10" Type="http://schemas.openxmlformats.org/officeDocument/2006/relationships/slide" Target="slides/slide5.xml"/><Relationship Id="rId32" Type="http://schemas.openxmlformats.org/officeDocument/2006/relationships/font" Target="fonts/Raleway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alewayMedium-boldItalic.fntdata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6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menemukan pain points dan room for improvements.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merencanakan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desain yang lebih baik dari sebuah situs/aplikasi.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sebuah rencana redesign secara keseluruhan.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membuat deck yang efektif dan tepat sasaran.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Screenshots dari situs/aplikasi yang perlu redesain.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Proses redesain (penjelasan atas pain points, room for improvements dan pendekatan - pendekatan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yang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perlu dilewati untuk melakukan redesain)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Hasil redesain (jika ada).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diatas,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Pemilihan situs/aplikasi yang perlu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 redesign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Penemuan pain points dan room for improvements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Cara merencanakan redesign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atas rencana (dan hasil redesign jika ada)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untuk mempresentasikan hal - hal diatas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79308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perlu merencanakan sebuah UI/UX redesign terhadap suatu situs yang kamu anggap perlu perbaikan. Untuk menyelesaikan challenge kali ini kamu perlu: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Mencari sebuah situs yang menurut kamu mempunyai pain points dan room for improvements.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Membuat daftar pain points dan room for improvements dari situs tersebut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Menjelaskan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bagaimana Anda dapat melakukan redesign pada situs tersebut (rencana redesign).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Menjelaskan bagaimana Anda dapat memperbaiki UX writing pada situs tersebut.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5. Membuat sebuah deck (dengan Google Slides) untuk mempresentasikan rencana Anda.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6. Mempresentasikan deck di depan kelas.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5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Seperti biasa, buatlah sebuah deck (dengan Google Slides) untuk mempresentasikan hasil redesain.</a:t>
            </a: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b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Jumlah slides bebas, akan tetapi perlu mencantumkan berikut: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1 berisi judul, nama dan tanggal.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Situs/aplikasi yang akan di redesain, jelaskan mengapa Anda memilih situs/aplikasi tersebut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Daftar pain points dan room for improvements.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Rencana redesign.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Hasil redesign (jika ada).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Ucapan terimakasih dan penutup.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6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Mempresentasikan hasil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67" name="Google Shape;167;p23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