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Raleway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regular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lewayMedium-boldItalic.fntdata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7fe0bea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7fe0bea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5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5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Desain baik vs buruk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Design Thinking: Test Pt 1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Design Thinking: Test Pt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4) Design Handoff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685800" y="1188725"/>
            <a:ext cx="79308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mengadakan usability testing dengan prototipe yang telah dibuat pada challenge sebelumnya. Untuk menyelesaikan challenge kali ini kamu perlu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Menggunakan prototipe dari kasus yang telah dipilih pada challenge sebelumnya.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Memilih sebuah fitur atau bagian dari prototipe yang akan diuji dan menyusun tugas untuk peserta.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Melakukan pengujian, kumpulkan temuan dan </a:t>
            </a:r>
            <a:r>
              <a:rPr i="1"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feedback 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dari peserta pengujian..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Membuat sebuah deck (dengan Google Slides) untuk mempresentasikan hasil dari pengujian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3</a:t>
            </a:r>
            <a:b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</a:b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Melakukan pengujian, kumpulkan temuan dan feedback dari pengguna.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Peserta pengujian dapat terdiri dari teman sekelas atau pengguna target Anda diluar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Temuan dan feedback dari pengguna (peserta) dikumpulkan (cari pola, pain points) dan dapat digambarkan oleh diagram, sheet  atau penjelasan berbentuk tulisan.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Contoh data temuan yang sudah dirapikan pada sebuah sheet: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400" y="2750550"/>
            <a:ext cx="3141399" cy="20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4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deck (dengan Google Slides) untuk mempresentasikan hasil dari pengujian.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 system dan prototype hasil challenge sebelumnya.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Rencana pengujian (target peserta, jumlah peserta, tugas yang diberikan).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pengujian (temuan - temuan dan feedback).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Kesimpulan dari hasil pengujian yang telah diorganisir dan analisa.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124" name="Google Shape;124;p21"/>
          <p:cNvCxnSpPr>
            <a:stCxn id="125" idx="0"/>
            <a:endCxn id="126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27" name="Google Shape;127;p21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26" name="Google Shape;126;p21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1" name="Google Shape;131;p21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1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135" name="Google Shape;135;p21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21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38" name="Google Shape;138;p21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1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41" name="Google Shape;141;p21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1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1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 dari challenge sebelumnya.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Proses pengujian (penjelasan atas apa yang diuji, siapa peserta pengujian dan tugas apa yang diberikan pada peserta).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pengujian (temuan dan wawasan).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(10 pts)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proses pengujian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 mengumpulkan dan menganalisa proses pengujian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temuan dan wawasan hasil pengujian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(2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(10 pts)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1097280" y="1645920"/>
            <a:ext cx="6583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menemukan target pengguna dan sampel untuk pengujian.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tugas pengujian.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mengadakan pengujian, mengorganisir temuan dan feedback dan menganalisanya.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kesimpulan dari temuan dan wawasan hasil pengujian. 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pengujian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