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Raleway ExtraBold"/>
      <p:bold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Lato Black"/>
      <p:bold r:id="rId30"/>
      <p:boldItalic r:id="rId31"/>
    </p:embeddedFont>
    <p:embeddedFont>
      <p:font typeface="Raleway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alewayExtraBold-bold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RalewayExtra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Black-boldItalic.fntdata"/><Relationship Id="rId30" Type="http://schemas.openxmlformats.org/officeDocument/2006/relationships/font" Target="fonts/LatoBlack-bold.fntdata"/><Relationship Id="rId11" Type="http://schemas.openxmlformats.org/officeDocument/2006/relationships/slide" Target="slides/slide6.xml"/><Relationship Id="rId33" Type="http://schemas.openxmlformats.org/officeDocument/2006/relationships/font" Target="fonts/RalewayMedium-bold.fntdata"/><Relationship Id="rId10" Type="http://schemas.openxmlformats.org/officeDocument/2006/relationships/slide" Target="slides/slide5.xml"/><Relationship Id="rId32" Type="http://schemas.openxmlformats.org/officeDocument/2006/relationships/font" Target="fonts/RalewayMedium-regular.fntdata"/><Relationship Id="rId13" Type="http://schemas.openxmlformats.org/officeDocument/2006/relationships/slide" Target="slides/slide8.xml"/><Relationship Id="rId35" Type="http://schemas.openxmlformats.org/officeDocument/2006/relationships/font" Target="fonts/Raleway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Raleway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0e8c3a84c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0e8c3a84c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171e6d8a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171e6d8a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171e6d8a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171e6d8a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171e6d8a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171e6d8a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1b84128e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1b84128e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d1b84128e4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d1b84128e4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b="1" sz="2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Chapter 1</a:t>
            </a:r>
            <a:endParaRPr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cxnSp>
        <p:nvCxnSpPr>
          <p:cNvPr id="88" name="Google Shape;88;p16"/>
          <p:cNvCxnSpPr>
            <a:stCxn id="89" idx="0"/>
            <a:endCxn id="90" idx="1"/>
          </p:cNvCxnSpPr>
          <p:nvPr/>
        </p:nvCxnSpPr>
        <p:spPr>
          <a:xfrm rot="-5400000">
            <a:off x="4803066" y="1296700"/>
            <a:ext cx="2976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1" name="Google Shape;91;p16"/>
          <p:cNvSpPr txBox="1"/>
          <p:nvPr/>
        </p:nvSpPr>
        <p:spPr>
          <a:xfrm>
            <a:off x="1306925" y="2749225"/>
            <a:ext cx="153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0" name="Google Shape;90;p16"/>
          <p:cNvSpPr txBox="1"/>
          <p:nvPr/>
        </p:nvSpPr>
        <p:spPr>
          <a:xfrm>
            <a:off x="5416276" y="1119975"/>
            <a:ext cx="1539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teknis yang akan </a:t>
            </a:r>
            <a:br>
              <a:rPr lang="en" sz="1000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6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99" name="Google Shape;99;p16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02" name="Google Shape;102;p16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05" name="Google Shape;105;p16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1097280" y="1645920"/>
            <a:ext cx="65838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Memahami secara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komprehensif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sejarah UI dan UX.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merangkum sebuah sejarah dengan baik.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menyusun sebuah deck (dengan Google Slides)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presentasi virtual di depan kelas dengan singkat dan padat.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1097280" y="1645920"/>
            <a:ext cx="65838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Rangkuman terkait sejarah UI atau UX, dan memilih satu periode (contoh awal tahun 2000-an) yang menurut kamu paling menarik.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Penjelasan mengapa periode tersebut menarik.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Deck (dengan Google Slides) berisi 6 halaman untuk mempresentasikan rangkuman dan penjelasan-mu.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1097280" y="1645920"/>
            <a:ext cx="65838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rangkuman terkait sejarah UI atau UX, dan memilih satu periode (contoh awal tahun 2000-an) yang menurut kamu paling menarik.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Menjelaskan mengapa periode tersebut menarik.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deck (dengan Google Slide) berisi 6 halaman untuk mempresentasikan rangkuman dan penjelasan-mu.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Presentasikan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685800" y="1188725"/>
            <a:ext cx="7930800" cy="19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 Memilih satu periode dari sejarah UI atau UX  (contoh awal tahun 2000-an) yang menurut kamu menarik.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</a:t>
            </a: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 Membuat rangkuman terkait periode tersebut dan jelaskan mengapa periode tersebut menarik.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3. Membuat sebuah deck (dengan Google Slides) berisi 6 halaman untuk mempresentasikan rangkuman dan penjelasan-mu. 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4. Mempresentasikan deck di depan kelas.</a:t>
            </a:r>
            <a:b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b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Waktu untuk presentasi akan ditentukan oleh fasilitator.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1 dan 2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Memilih satu periode dari sejarah UI atau UX  (contoh awal tahun 2000-an) yang menurut kamu menarik.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rangkuman terkait periode tersebut dan jelaskan mengapa periode tersebut menarik.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Rangkuman dan penjelasan menggunakan Bahasa Indonesia yang baik dan benar.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Rangkuman dan penjelasan berisi minimal 500 kata.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Tidak ada maksimal jumlah kata.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Tidak boleh mengandung tindasan pada suku, ras atau agama tertentu atau kata - kata kasar.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3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deck (dengan Google Slide) berisi 6 halaman untuk mempresentasikan rangkuman dan penjelasan-mu.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Rangkuman dan penjelasan dikemukakan dalam sebuah deck.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1 berisi judul, nama dan tanggal.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2 - 5 berisi rangkuman dan penjelasan.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2 - 5 dapat menggunakan gambar atau ilustrasi.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6 berisi ucapan terimakasih dan penutup.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63" name="Google Shape;163;p23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3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Presentasikan deck di depan kelas.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Setiap siswa mempresentasikan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Maksimal waktu presentasi ditentukan oleh fasilitator.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Awali presentasi dengan mengenalkan diri (nama, asal, dan motivasi untuk belajar UI/UX)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74" name="Google Shape;174;p24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