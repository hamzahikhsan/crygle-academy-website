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Raleway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alewayExtra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.fntdata"/><Relationship Id="rId10" Type="http://schemas.openxmlformats.org/officeDocument/2006/relationships/slide" Target="slides/slide5.xml"/><Relationship Id="rId32" Type="http://schemas.openxmlformats.org/officeDocument/2006/relationships/font" Target="fonts/Ralew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8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75" y="1645925"/>
            <a:ext cx="69993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menjelaskan sebuah proyek software development dengan baik.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mencocokan sebuah proyek dengan metodologi yang tepat.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Pengertian atas macam - macam metodologi pengembangan perangkat lunak.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deck yang penuh penjelasan dengan efektif (disarankan untuk menghindari text-heavy slides).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sebuah proyek yang relevan dengan software development.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metodologi yang dipilih untuk menjalankan proyek.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75" y="1645925"/>
            <a:ext cx="6735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 hasil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proyek yang relevan dengan software development.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 metodologi yang dipilih untuk menjalankan proyek.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Melakukan Presentasi deck di depan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8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Chapter 8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1) Pengembangan perangkat lunak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2) Manajemen proyek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3) Metodologi pengembangan perangkat lunak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4) UI/UX dan scrum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Kali ini, kamu perlu menelaah sebuah proyek dan berperan sebagai seorang project manager.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Memberikan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contoh sebuah proyek di perusahaan-mu, jelaskan objektif dan scope dari proyek tersebut.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(Jika kamu adalah seorang pelajar, carilah sebuah proyek yang relevan atau tanyakan pada seseorang yang sudah bekerja di ranah pengembangan perangkat lunak)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Jika Anda seorang project manager dari proyek tersebut, metodologi apa yang akan Anda gunakan? Jelaskan mengapa Anda memilih metodologi tersebut.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Membuat sebuah deck (dengan Google Slides) untuk mempresentasikan rencana Anda.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Mempresentasikan deck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4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sebuah deck (dengan Google Slides) untuk mempresentasikan hasil dari pengujian.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proyek (objektif, scope, waktu, resources etc.)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metodologi yang dipilih. (sekitar 2-3 slide)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Kesimpulan.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5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hasil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