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1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5143500" cx="9144000"/>
  <p:notesSz cx="6858000" cy="9144000"/>
  <p:embeddedFontLst>
    <p:embeddedFont>
      <p:font typeface="Raleway"/>
      <p:regular r:id="rId17"/>
      <p:bold r:id="rId18"/>
      <p:italic r:id="rId19"/>
      <p:boldItalic r:id="rId20"/>
    </p:embeddedFont>
    <p:embeddedFont>
      <p:font typeface="Roboto"/>
      <p:regular r:id="rId21"/>
      <p:bold r:id="rId22"/>
      <p:italic r:id="rId23"/>
      <p:boldItalic r:id="rId24"/>
    </p:embeddedFont>
    <p:embeddedFont>
      <p:font typeface="Raleway ExtraBold"/>
      <p:bold r:id="rId25"/>
      <p:boldItalic r:id="rId26"/>
    </p:embeddedFont>
    <p:embeddedFont>
      <p:font typeface="Montserrat"/>
      <p:regular r:id="rId27"/>
      <p:bold r:id="rId28"/>
      <p:italic r:id="rId29"/>
      <p:boldItalic r:id="rId30"/>
    </p:embeddedFont>
    <p:embeddedFont>
      <p:font typeface="Lato Black"/>
      <p:bold r:id="rId31"/>
      <p:boldItalic r:id="rId32"/>
    </p:embeddedFont>
    <p:embeddedFont>
      <p:font typeface="Raleway Medium"/>
      <p:regular r:id="rId33"/>
      <p:bold r:id="rId34"/>
      <p:italic r:id="rId35"/>
      <p:boldItalic r:id="rId3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3024">
          <p15:clr>
            <a:srgbClr val="A4A3A4"/>
          </p15:clr>
        </p15:guide>
        <p15:guide id="2" pos="2921">
          <p15:clr>
            <a:srgbClr val="A4A3A4"/>
          </p15:clr>
        </p15:guide>
        <p15:guide id="3" orient="horz" pos="576">
          <p15:clr>
            <a:srgbClr val="9AA0A6"/>
          </p15:clr>
        </p15:guide>
        <p15:guide id="4" pos="2976">
          <p15:clr>
            <a:srgbClr val="9AA0A6"/>
          </p15:clr>
        </p15:guide>
        <p15:guide id="5" pos="307">
          <p15:clr>
            <a:srgbClr val="9AA0A6"/>
          </p15:clr>
        </p15:guide>
        <p15:guide id="6" pos="4934">
          <p15:clr>
            <a:srgbClr val="9AA0A6"/>
          </p15:clr>
        </p15:guide>
        <p15:guide id="7" pos="5428">
          <p15:clr>
            <a:srgbClr val="9AA0A6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3024" orient="horz"/>
        <p:guide pos="2921"/>
        <p:guide pos="576" orient="horz"/>
        <p:guide pos="2976"/>
        <p:guide pos="307"/>
        <p:guide pos="4934"/>
        <p:guide pos="5428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aleway-boldItalic.fntdata"/><Relationship Id="rId22" Type="http://schemas.openxmlformats.org/officeDocument/2006/relationships/font" Target="fonts/Roboto-bold.fntdata"/><Relationship Id="rId21" Type="http://schemas.openxmlformats.org/officeDocument/2006/relationships/font" Target="fonts/Roboto-regular.fntdata"/><Relationship Id="rId24" Type="http://schemas.openxmlformats.org/officeDocument/2006/relationships/font" Target="fonts/Roboto-boldItalic.fntdata"/><Relationship Id="rId23" Type="http://schemas.openxmlformats.org/officeDocument/2006/relationships/font" Target="fonts/Roboto-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RalewayExtraBold-boldItalic.fntdata"/><Relationship Id="rId25" Type="http://schemas.openxmlformats.org/officeDocument/2006/relationships/font" Target="fonts/RalewayExtraBold-bold.fntdata"/><Relationship Id="rId28" Type="http://schemas.openxmlformats.org/officeDocument/2006/relationships/font" Target="fonts/Montserrat-bold.fntdata"/><Relationship Id="rId27" Type="http://schemas.openxmlformats.org/officeDocument/2006/relationships/font" Target="fonts/Montserrat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Montserrat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LatoBlack-bold.fntdata"/><Relationship Id="rId30" Type="http://schemas.openxmlformats.org/officeDocument/2006/relationships/font" Target="fonts/Montserrat-boldItalic.fntdata"/><Relationship Id="rId11" Type="http://schemas.openxmlformats.org/officeDocument/2006/relationships/slide" Target="slides/slide6.xml"/><Relationship Id="rId33" Type="http://schemas.openxmlformats.org/officeDocument/2006/relationships/font" Target="fonts/RalewayMedium-regular.fntdata"/><Relationship Id="rId10" Type="http://schemas.openxmlformats.org/officeDocument/2006/relationships/slide" Target="slides/slide5.xml"/><Relationship Id="rId32" Type="http://schemas.openxmlformats.org/officeDocument/2006/relationships/font" Target="fonts/LatoBlack-boldItalic.fntdata"/><Relationship Id="rId13" Type="http://schemas.openxmlformats.org/officeDocument/2006/relationships/slide" Target="slides/slide8.xml"/><Relationship Id="rId35" Type="http://schemas.openxmlformats.org/officeDocument/2006/relationships/font" Target="fonts/RalewayMedium-italic.fntdata"/><Relationship Id="rId12" Type="http://schemas.openxmlformats.org/officeDocument/2006/relationships/slide" Target="slides/slide7.xml"/><Relationship Id="rId34" Type="http://schemas.openxmlformats.org/officeDocument/2006/relationships/font" Target="fonts/RalewayMedium-bold.fntdata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36" Type="http://schemas.openxmlformats.org/officeDocument/2006/relationships/font" Target="fonts/RalewayMedium-boldItalic.fntdata"/><Relationship Id="rId17" Type="http://schemas.openxmlformats.org/officeDocument/2006/relationships/font" Target="fonts/Raleway-regular.fntdata"/><Relationship Id="rId16" Type="http://schemas.openxmlformats.org/officeDocument/2006/relationships/slide" Target="slides/slide11.xml"/><Relationship Id="rId19" Type="http://schemas.openxmlformats.org/officeDocument/2006/relationships/font" Target="fonts/Raleway-italic.fntdata"/><Relationship Id="rId18" Type="http://schemas.openxmlformats.org/officeDocument/2006/relationships/font" Target="fonts/Raleway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7b9cd5a793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7b9cd5a793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111656a099a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111656a099a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111656a099a_0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111656a099a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111656a099a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111656a099a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111656a099a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111656a099a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10e8c3a84c0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10e8c3a84c0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d1b84128e4_0_1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d1b84128e4_0_1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d1b84128e4_0_1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d1b84128e4_0_1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d1b84128e4_0_1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d1b84128e4_0_1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111656a099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111656a099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10e54dbc4a4_0_1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10e54dbc4a4_0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rgbClr val="73357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rgbClr val="733572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3"/>
          <p:cNvSpPr txBox="1"/>
          <p:nvPr>
            <p:ph type="title"/>
          </p:nvPr>
        </p:nvSpPr>
        <p:spPr>
          <a:xfrm>
            <a:off x="914400" y="2210700"/>
            <a:ext cx="7315200" cy="722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Raleway"/>
              <a:buNone/>
              <a:defRPr b="1" sz="24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2" name="Google Shape;12;p3"/>
          <p:cNvSpPr txBox="1"/>
          <p:nvPr>
            <p:ph idx="12" type="sldNum"/>
          </p:nvPr>
        </p:nvSpPr>
        <p:spPr>
          <a:xfrm>
            <a:off x="8382000" y="464820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b="1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>
              <a:buNone/>
              <a:defRPr b="1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buNone/>
              <a:defRPr b="1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buNone/>
              <a:defRPr b="1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buNone/>
              <a:defRPr b="1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buNone/>
              <a:defRPr b="1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buNone/>
              <a:defRPr b="1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buNone/>
              <a:defRPr b="1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buNone/>
              <a:defRPr b="1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4"/>
          <p:cNvSpPr/>
          <p:nvPr/>
        </p:nvSpPr>
        <p:spPr>
          <a:xfrm flipH="1" rot="5400000">
            <a:off x="4303949" y="-4204126"/>
            <a:ext cx="536100" cy="9144000"/>
          </a:xfrm>
          <a:prstGeom prst="rect">
            <a:avLst/>
          </a:prstGeom>
          <a:solidFill>
            <a:srgbClr val="9B6DBB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Google Shape;15;p4"/>
          <p:cNvSpPr txBox="1"/>
          <p:nvPr/>
        </p:nvSpPr>
        <p:spPr>
          <a:xfrm>
            <a:off x="573578" y="251687"/>
            <a:ext cx="72960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Montserrat"/>
              <a:buNone/>
            </a:pPr>
            <a:r>
              <a:rPr b="0" i="0" lang="en" sz="1100" u="none" cap="none" strike="noStrike">
                <a:solidFill>
                  <a:srgbClr val="FFFFFF"/>
                </a:solidFill>
                <a:latin typeface="Lato Black"/>
                <a:ea typeface="Lato Black"/>
                <a:cs typeface="Lato Black"/>
                <a:sym typeface="Lato Black"/>
              </a:rPr>
              <a:t>PM 101</a:t>
            </a:r>
            <a:endParaRPr b="0" i="0" sz="1100" u="none" cap="none" strike="noStrike">
              <a:solidFill>
                <a:srgbClr val="FFFFFF"/>
              </a:solidFill>
              <a:latin typeface="Lato Black"/>
              <a:ea typeface="Lato Black"/>
              <a:cs typeface="Lato Black"/>
              <a:sym typeface="Lato Black"/>
            </a:endParaRPr>
          </a:p>
        </p:txBody>
      </p:sp>
      <p:sp>
        <p:nvSpPr>
          <p:cNvPr id="16" name="Google Shape;16;p4"/>
          <p:cNvSpPr/>
          <p:nvPr/>
        </p:nvSpPr>
        <p:spPr>
          <a:xfrm flipH="1" rot="5400000">
            <a:off x="8499899" y="-8176"/>
            <a:ext cx="536100" cy="752100"/>
          </a:xfrm>
          <a:prstGeom prst="rect">
            <a:avLst/>
          </a:prstGeom>
          <a:solidFill>
            <a:srgbClr val="421E44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4"/>
          <p:cNvSpPr/>
          <p:nvPr/>
        </p:nvSpPr>
        <p:spPr>
          <a:xfrm flipH="1" rot="5400000">
            <a:off x="6854930" y="200173"/>
            <a:ext cx="536100" cy="335400"/>
          </a:xfrm>
          <a:prstGeom prst="rect">
            <a:avLst/>
          </a:prstGeom>
          <a:solidFill>
            <a:srgbClr val="743673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4"/>
          <p:cNvSpPr/>
          <p:nvPr/>
        </p:nvSpPr>
        <p:spPr>
          <a:xfrm flipH="1" rot="5400000">
            <a:off x="7564580" y="-191328"/>
            <a:ext cx="536100" cy="1118400"/>
          </a:xfrm>
          <a:prstGeom prst="rect">
            <a:avLst/>
          </a:prstGeom>
          <a:solidFill>
            <a:srgbClr val="51225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4"/>
          <p:cNvSpPr/>
          <p:nvPr/>
        </p:nvSpPr>
        <p:spPr>
          <a:xfrm flipH="1" rot="5400000">
            <a:off x="4303949" y="-4204126"/>
            <a:ext cx="536100" cy="9144000"/>
          </a:xfrm>
          <a:prstGeom prst="rect">
            <a:avLst/>
          </a:prstGeom>
          <a:solidFill>
            <a:srgbClr val="A667A5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4"/>
          <p:cNvSpPr/>
          <p:nvPr/>
        </p:nvSpPr>
        <p:spPr>
          <a:xfrm flipH="1" rot="5400000">
            <a:off x="6854930" y="200173"/>
            <a:ext cx="536100" cy="335400"/>
          </a:xfrm>
          <a:prstGeom prst="rect">
            <a:avLst/>
          </a:prstGeom>
          <a:solidFill>
            <a:srgbClr val="743673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4"/>
          <p:cNvSpPr/>
          <p:nvPr/>
        </p:nvSpPr>
        <p:spPr>
          <a:xfrm flipH="1" rot="5400000">
            <a:off x="7564580" y="-191328"/>
            <a:ext cx="536100" cy="1118400"/>
          </a:xfrm>
          <a:prstGeom prst="rect">
            <a:avLst/>
          </a:prstGeom>
          <a:solidFill>
            <a:srgbClr val="51225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2" name="Google Shape;22;p4"/>
          <p:cNvGrpSpPr/>
          <p:nvPr/>
        </p:nvGrpSpPr>
        <p:grpSpPr>
          <a:xfrm>
            <a:off x="283668" y="259895"/>
            <a:ext cx="226001" cy="222980"/>
            <a:chOff x="283668" y="251687"/>
            <a:chExt cx="226001" cy="222980"/>
          </a:xfrm>
        </p:grpSpPr>
        <p:sp>
          <p:nvSpPr>
            <p:cNvPr id="23" name="Google Shape;23;p4"/>
            <p:cNvSpPr/>
            <p:nvPr/>
          </p:nvSpPr>
          <p:spPr>
            <a:xfrm>
              <a:off x="283668" y="252225"/>
              <a:ext cx="162000" cy="162000"/>
            </a:xfrm>
            <a:prstGeom prst="rect">
              <a:avLst/>
            </a:prstGeom>
            <a:solidFill>
              <a:srgbClr val="F2AB2F"/>
            </a:solidFill>
            <a:ln>
              <a:noFill/>
            </a:ln>
          </p:spPr>
          <p:txBody>
            <a:bodyPr anchorCtr="0" anchor="ctr" bIns="34275" lIns="34275" spcFirstLastPara="1" rIns="342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" name="Google Shape;24;p4"/>
            <p:cNvSpPr/>
            <p:nvPr/>
          </p:nvSpPr>
          <p:spPr>
            <a:xfrm>
              <a:off x="465569" y="251687"/>
              <a:ext cx="44100" cy="162000"/>
            </a:xfrm>
            <a:prstGeom prst="rect">
              <a:avLst/>
            </a:prstGeom>
            <a:solidFill>
              <a:srgbClr val="F2AB2F"/>
            </a:solidFill>
            <a:ln>
              <a:noFill/>
            </a:ln>
          </p:spPr>
          <p:txBody>
            <a:bodyPr anchorCtr="0" anchor="ctr" bIns="34275" lIns="34275" spcFirstLastPara="1" rIns="342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" name="Google Shape;25;p4"/>
            <p:cNvSpPr/>
            <p:nvPr/>
          </p:nvSpPr>
          <p:spPr>
            <a:xfrm>
              <a:off x="283670" y="433867"/>
              <a:ext cx="225900" cy="40800"/>
            </a:xfrm>
            <a:prstGeom prst="rect">
              <a:avLst/>
            </a:prstGeom>
            <a:solidFill>
              <a:srgbClr val="F2AB2F"/>
            </a:solidFill>
            <a:ln>
              <a:noFill/>
            </a:ln>
          </p:spPr>
          <p:txBody>
            <a:bodyPr anchorCtr="0" anchor="ctr" bIns="34275" lIns="34275" spcFirstLastPara="1" rIns="342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8382000" y="464820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b="1">
                <a:solidFill>
                  <a:srgbClr val="73357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>
              <a:buNone/>
              <a:defRPr b="1">
                <a:solidFill>
                  <a:srgbClr val="73357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buNone/>
              <a:defRPr b="1">
                <a:solidFill>
                  <a:srgbClr val="73357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buNone/>
              <a:defRPr b="1">
                <a:solidFill>
                  <a:srgbClr val="73357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buNone/>
              <a:defRPr b="1">
                <a:solidFill>
                  <a:srgbClr val="73357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buNone/>
              <a:defRPr b="1">
                <a:solidFill>
                  <a:srgbClr val="73357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buNone/>
              <a:defRPr b="1">
                <a:solidFill>
                  <a:srgbClr val="73357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buNone/>
              <a:defRPr b="1">
                <a:solidFill>
                  <a:srgbClr val="73357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buNone/>
              <a:defRPr b="1">
                <a:solidFill>
                  <a:srgbClr val="73357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7" name="Google Shape;27;p4"/>
          <p:cNvSpPr txBox="1"/>
          <p:nvPr>
            <p:ph type="title"/>
          </p:nvPr>
        </p:nvSpPr>
        <p:spPr>
          <a:xfrm>
            <a:off x="685800" y="246888"/>
            <a:ext cx="4572000" cy="2559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aleway"/>
              <a:buNone/>
              <a:defRPr b="1" sz="12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8" name="Google Shape;28;p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535950" y="143933"/>
            <a:ext cx="463928" cy="4639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bg>
      <p:bgPr>
        <a:solidFill>
          <a:srgbClr val="733572"/>
        </a:solidFill>
      </p:bgPr>
    </p:bg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/>
          <p:nvPr/>
        </p:nvSpPr>
        <p:spPr>
          <a:xfrm flipH="1" rot="5400000">
            <a:off x="4303949" y="-4204126"/>
            <a:ext cx="536100" cy="9144000"/>
          </a:xfrm>
          <a:prstGeom prst="rect">
            <a:avLst/>
          </a:prstGeom>
          <a:solidFill>
            <a:srgbClr val="A667A5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5"/>
          <p:cNvSpPr/>
          <p:nvPr/>
        </p:nvSpPr>
        <p:spPr>
          <a:xfrm flipH="1" rot="5400000">
            <a:off x="8499899" y="-8176"/>
            <a:ext cx="536100" cy="752100"/>
          </a:xfrm>
          <a:prstGeom prst="rect">
            <a:avLst/>
          </a:prstGeom>
          <a:solidFill>
            <a:srgbClr val="421E44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5"/>
          <p:cNvSpPr/>
          <p:nvPr/>
        </p:nvSpPr>
        <p:spPr>
          <a:xfrm flipH="1" rot="5400000">
            <a:off x="6854930" y="200173"/>
            <a:ext cx="536100" cy="335400"/>
          </a:xfrm>
          <a:prstGeom prst="rect">
            <a:avLst/>
          </a:prstGeom>
          <a:solidFill>
            <a:srgbClr val="743673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5"/>
          <p:cNvSpPr/>
          <p:nvPr/>
        </p:nvSpPr>
        <p:spPr>
          <a:xfrm flipH="1" rot="5400000">
            <a:off x="7564580" y="-191328"/>
            <a:ext cx="536100" cy="1118400"/>
          </a:xfrm>
          <a:prstGeom prst="rect">
            <a:avLst/>
          </a:prstGeom>
          <a:solidFill>
            <a:srgbClr val="51225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4" name="Google Shape;34;p5"/>
          <p:cNvGrpSpPr/>
          <p:nvPr/>
        </p:nvGrpSpPr>
        <p:grpSpPr>
          <a:xfrm>
            <a:off x="283668" y="259895"/>
            <a:ext cx="226001" cy="222980"/>
            <a:chOff x="283668" y="251687"/>
            <a:chExt cx="226001" cy="222980"/>
          </a:xfrm>
        </p:grpSpPr>
        <p:sp>
          <p:nvSpPr>
            <p:cNvPr id="35" name="Google Shape;35;p5"/>
            <p:cNvSpPr/>
            <p:nvPr/>
          </p:nvSpPr>
          <p:spPr>
            <a:xfrm>
              <a:off x="283668" y="252225"/>
              <a:ext cx="162000" cy="162000"/>
            </a:xfrm>
            <a:prstGeom prst="rect">
              <a:avLst/>
            </a:prstGeom>
            <a:solidFill>
              <a:srgbClr val="F2AB2F"/>
            </a:solidFill>
            <a:ln>
              <a:noFill/>
            </a:ln>
          </p:spPr>
          <p:txBody>
            <a:bodyPr anchorCtr="0" anchor="ctr" bIns="34275" lIns="34275" spcFirstLastPara="1" rIns="342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" name="Google Shape;36;p5"/>
            <p:cNvSpPr/>
            <p:nvPr/>
          </p:nvSpPr>
          <p:spPr>
            <a:xfrm>
              <a:off x="465569" y="251687"/>
              <a:ext cx="44100" cy="162000"/>
            </a:xfrm>
            <a:prstGeom prst="rect">
              <a:avLst/>
            </a:prstGeom>
            <a:solidFill>
              <a:srgbClr val="F2AB2F"/>
            </a:solidFill>
            <a:ln>
              <a:noFill/>
            </a:ln>
          </p:spPr>
          <p:txBody>
            <a:bodyPr anchorCtr="0" anchor="ctr" bIns="34275" lIns="34275" spcFirstLastPara="1" rIns="342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" name="Google Shape;37;p5"/>
            <p:cNvSpPr/>
            <p:nvPr/>
          </p:nvSpPr>
          <p:spPr>
            <a:xfrm>
              <a:off x="283670" y="433867"/>
              <a:ext cx="225900" cy="40800"/>
            </a:xfrm>
            <a:prstGeom prst="rect">
              <a:avLst/>
            </a:prstGeom>
            <a:solidFill>
              <a:srgbClr val="F2AB2F"/>
            </a:solidFill>
            <a:ln>
              <a:noFill/>
            </a:ln>
          </p:spPr>
          <p:txBody>
            <a:bodyPr anchorCtr="0" anchor="ctr" bIns="34275" lIns="34275" spcFirstLastPara="1" rIns="342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8" name="Google Shape;38;p5"/>
          <p:cNvSpPr txBox="1"/>
          <p:nvPr>
            <p:ph type="title"/>
          </p:nvPr>
        </p:nvSpPr>
        <p:spPr>
          <a:xfrm>
            <a:off x="685800" y="246888"/>
            <a:ext cx="4572000" cy="2559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aleway"/>
              <a:buNone/>
              <a:defRPr b="1" sz="12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39" name="Google Shape;39;p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535950" y="143933"/>
            <a:ext cx="463928" cy="463928"/>
          </a:xfrm>
          <a:prstGeom prst="rect">
            <a:avLst/>
          </a:prstGeom>
          <a:noFill/>
          <a:ln>
            <a:noFill/>
          </a:ln>
        </p:spPr>
      </p:pic>
      <p:sp>
        <p:nvSpPr>
          <p:cNvPr id="40" name="Google Shape;40;p5"/>
          <p:cNvSpPr txBox="1"/>
          <p:nvPr>
            <p:ph idx="12" type="sldNum"/>
          </p:nvPr>
        </p:nvSpPr>
        <p:spPr>
          <a:xfrm>
            <a:off x="8382000" y="464820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b="1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>
              <a:buNone/>
              <a:defRPr b="1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buNone/>
              <a:defRPr b="1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buNone/>
              <a:defRPr b="1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buNone/>
              <a:defRPr b="1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buNone/>
              <a:defRPr b="1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buNone/>
              <a:defRPr b="1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buNone/>
              <a:defRPr b="1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buNone/>
              <a:defRPr b="1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3" name="Google Shape;43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6" name="Google Shape;46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7" name="Google Shape;47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50" name="Google Shape;5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54" name="Google Shape;54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5" name="Google Shape;55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59" name="Google Shape;59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62" name="Google Shape;62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3" name="Google Shape;63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1">
  <p:cSld name="TITLE_AND_BODY_1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8" name="Google Shape;68;p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9" name="Google Shape;69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1">
  <p:cSld name="TITLE_1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72" name="Google Shape;72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73" name="Google Shape;73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2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733572"/>
        </a:solid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5"/>
          <p:cNvSpPr txBox="1"/>
          <p:nvPr/>
        </p:nvSpPr>
        <p:spPr>
          <a:xfrm>
            <a:off x="2386875" y="2507550"/>
            <a:ext cx="5869200" cy="100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Challenge</a:t>
            </a:r>
            <a:endParaRPr b="1" sz="2400">
              <a:solidFill>
                <a:srgbClr val="FFFFFF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Chapter 4</a:t>
            </a:r>
            <a:endParaRPr b="1">
              <a:solidFill>
                <a:srgbClr val="FFFFFF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cxnSp>
        <p:nvCxnSpPr>
          <p:cNvPr id="79" name="Google Shape;79;p15"/>
          <p:cNvCxnSpPr/>
          <p:nvPr/>
        </p:nvCxnSpPr>
        <p:spPr>
          <a:xfrm flipH="1" rot="10800000">
            <a:off x="705500" y="3560750"/>
            <a:ext cx="7727400" cy="57300"/>
          </a:xfrm>
          <a:prstGeom prst="straightConnector1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80" name="Google Shape;80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37425" y="1951500"/>
            <a:ext cx="1181925" cy="1439600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15"/>
          <p:cNvSpPr txBox="1"/>
          <p:nvPr>
            <p:ph idx="4294967295" type="sldNum"/>
          </p:nvPr>
        </p:nvSpPr>
        <p:spPr>
          <a:xfrm>
            <a:off x="8382000" y="464820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idx="12" type="sldNum"/>
          </p:nvPr>
        </p:nvSpPr>
        <p:spPr>
          <a:xfrm>
            <a:off x="8382000" y="464820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7" name="Google Shape;87;p16"/>
          <p:cNvSpPr txBox="1"/>
          <p:nvPr>
            <p:ph type="title"/>
          </p:nvPr>
        </p:nvSpPr>
        <p:spPr>
          <a:xfrm>
            <a:off x="685800" y="246888"/>
            <a:ext cx="4572000" cy="2559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Hal hal yang perlu kamu lewati</a:t>
            </a:r>
            <a:endParaRPr/>
          </a:p>
        </p:txBody>
      </p:sp>
      <p:cxnSp>
        <p:nvCxnSpPr>
          <p:cNvPr id="88" name="Google Shape;88;p16"/>
          <p:cNvCxnSpPr>
            <a:stCxn id="89" idx="0"/>
            <a:endCxn id="90" idx="1"/>
          </p:cNvCxnSpPr>
          <p:nvPr/>
        </p:nvCxnSpPr>
        <p:spPr>
          <a:xfrm rot="-5400000">
            <a:off x="4803066" y="1296700"/>
            <a:ext cx="297600" cy="929100"/>
          </a:xfrm>
          <a:prstGeom prst="bentConnector2">
            <a:avLst/>
          </a:prstGeom>
          <a:noFill/>
          <a:ln cap="flat" cmpd="sng" w="19050">
            <a:solidFill>
              <a:srgbClr val="FFAB40"/>
            </a:solidFill>
            <a:prstDash val="solid"/>
            <a:round/>
            <a:headEnd len="sm" w="sm" type="none"/>
            <a:tailEnd len="med" w="med" type="oval"/>
          </a:ln>
        </p:spPr>
      </p:cxnSp>
      <p:sp>
        <p:nvSpPr>
          <p:cNvPr id="91" name="Google Shape;91;p16"/>
          <p:cNvSpPr txBox="1"/>
          <p:nvPr/>
        </p:nvSpPr>
        <p:spPr>
          <a:xfrm>
            <a:off x="1306925" y="2749225"/>
            <a:ext cx="1539000" cy="156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743673"/>
                </a:solidFill>
                <a:latin typeface="Raleway"/>
                <a:ea typeface="Raleway"/>
                <a:cs typeface="Raleway"/>
                <a:sym typeface="Raleway"/>
              </a:rPr>
              <a:t>ACCEPTANCE CRITERIA</a:t>
            </a:r>
            <a:endParaRPr b="1" i="0" sz="1400" u="none" cap="none" strike="noStrike">
              <a:solidFill>
                <a:srgbClr val="743673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i="0" sz="1200" u="none" cap="none" strike="noStrike">
              <a:solidFill>
                <a:srgbClr val="000000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000000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Kriteria pengumpulan challenge yang harus kamu penuhi untuk dapat melewati chapter</a:t>
            </a:r>
            <a:endParaRPr i="0" sz="1400" u="none" cap="none" strike="noStrike">
              <a:solidFill>
                <a:srgbClr val="000000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</p:txBody>
      </p:sp>
      <p:cxnSp>
        <p:nvCxnSpPr>
          <p:cNvPr id="92" name="Google Shape;92;p16"/>
          <p:cNvCxnSpPr/>
          <p:nvPr/>
        </p:nvCxnSpPr>
        <p:spPr>
          <a:xfrm rot="10800000">
            <a:off x="2823118" y="3621379"/>
            <a:ext cx="857400" cy="0"/>
          </a:xfrm>
          <a:prstGeom prst="straightConnector1">
            <a:avLst/>
          </a:prstGeom>
          <a:noFill/>
          <a:ln cap="flat" cmpd="sng" w="19050">
            <a:solidFill>
              <a:srgbClr val="FFAB40"/>
            </a:solidFill>
            <a:prstDash val="solid"/>
            <a:round/>
            <a:headEnd len="sm" w="sm" type="none"/>
            <a:tailEnd len="med" w="med" type="oval"/>
          </a:ln>
        </p:spPr>
      </p:cxnSp>
      <p:sp>
        <p:nvSpPr>
          <p:cNvPr id="90" name="Google Shape;90;p16"/>
          <p:cNvSpPr txBox="1"/>
          <p:nvPr/>
        </p:nvSpPr>
        <p:spPr>
          <a:xfrm>
            <a:off x="5416276" y="1119975"/>
            <a:ext cx="1539000" cy="98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743673"/>
                </a:solidFill>
                <a:latin typeface="Raleway"/>
                <a:ea typeface="Raleway"/>
                <a:cs typeface="Raleway"/>
                <a:sym typeface="Raleway"/>
              </a:rPr>
              <a:t>SKILL METRICS</a:t>
            </a:r>
            <a:endParaRPr b="1" i="0" sz="1400" u="none" cap="none" strike="noStrike">
              <a:solidFill>
                <a:srgbClr val="743673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i="0" sz="800" u="none" cap="none" strike="noStrike">
              <a:solidFill>
                <a:srgbClr val="743673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" sz="1000">
                <a:solidFill>
                  <a:srgbClr val="000000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Kemampuan teknis yang akan </a:t>
            </a:r>
            <a:br>
              <a:rPr lang="en" sz="1000">
                <a:latin typeface="Raleway Medium"/>
                <a:ea typeface="Raleway Medium"/>
                <a:cs typeface="Raleway Medium"/>
                <a:sym typeface="Raleway Medium"/>
              </a:rPr>
            </a:br>
            <a:r>
              <a:rPr lang="en" sz="1000">
                <a:solidFill>
                  <a:srgbClr val="000000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kamu pelajari</a:t>
            </a:r>
            <a:endParaRPr i="0" sz="800" u="none" cap="none" strike="noStrike">
              <a:solidFill>
                <a:srgbClr val="000000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</p:txBody>
      </p:sp>
      <p:sp>
        <p:nvSpPr>
          <p:cNvPr id="93" name="Google Shape;93;p16"/>
          <p:cNvSpPr txBox="1"/>
          <p:nvPr/>
        </p:nvSpPr>
        <p:spPr>
          <a:xfrm>
            <a:off x="6141000" y="3130225"/>
            <a:ext cx="17286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lang="en">
                <a:solidFill>
                  <a:srgbClr val="743673"/>
                </a:solidFill>
                <a:latin typeface="Raleway"/>
                <a:ea typeface="Raleway"/>
                <a:cs typeface="Raleway"/>
                <a:sym typeface="Raleway"/>
              </a:rPr>
              <a:t>DELIVERY</a:t>
            </a:r>
            <a:endParaRPr b="1" i="0" sz="1400" u="none" cap="none" strike="noStrike">
              <a:solidFill>
                <a:srgbClr val="743673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i="0" sz="1200" u="none" cap="none" strike="noStrike">
              <a:solidFill>
                <a:srgbClr val="000000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000000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Hal yang akan kamu lakukan untuk dapat melewati chapter</a:t>
            </a:r>
            <a:endParaRPr i="0" sz="1400" u="none" cap="none" strike="noStrike">
              <a:solidFill>
                <a:srgbClr val="000000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</p:txBody>
      </p:sp>
      <p:cxnSp>
        <p:nvCxnSpPr>
          <p:cNvPr id="94" name="Google Shape;94;p16"/>
          <p:cNvCxnSpPr/>
          <p:nvPr/>
        </p:nvCxnSpPr>
        <p:spPr>
          <a:xfrm>
            <a:off x="5045757" y="3554223"/>
            <a:ext cx="1112100" cy="0"/>
          </a:xfrm>
          <a:prstGeom prst="straightConnector1">
            <a:avLst/>
          </a:prstGeom>
          <a:noFill/>
          <a:ln cap="flat" cmpd="sng" w="19050">
            <a:solidFill>
              <a:srgbClr val="FFAB40"/>
            </a:solidFill>
            <a:prstDash val="solid"/>
            <a:round/>
            <a:headEnd len="sm" w="sm" type="none"/>
            <a:tailEnd len="med" w="med" type="oval"/>
          </a:ln>
        </p:spPr>
      </p:cxnSp>
      <p:sp>
        <p:nvSpPr>
          <p:cNvPr id="95" name="Google Shape;95;p16"/>
          <p:cNvSpPr/>
          <p:nvPr/>
        </p:nvSpPr>
        <p:spPr>
          <a:xfrm rot="3599998">
            <a:off x="3282759" y="1881863"/>
            <a:ext cx="2398198" cy="2398198"/>
          </a:xfrm>
          <a:prstGeom prst="blockArc">
            <a:avLst>
              <a:gd fmla="val 12622480" name="adj1"/>
              <a:gd fmla="val 19781569" name="adj2"/>
              <a:gd fmla="val 20773" name="adj3"/>
            </a:avLst>
          </a:prstGeom>
          <a:solidFill>
            <a:srgbClr val="F2AB2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16"/>
          <p:cNvSpPr/>
          <p:nvPr/>
        </p:nvSpPr>
        <p:spPr>
          <a:xfrm rot="10800000">
            <a:off x="3294359" y="1863407"/>
            <a:ext cx="2398200" cy="2398200"/>
          </a:xfrm>
          <a:prstGeom prst="blockArc">
            <a:avLst>
              <a:gd fmla="val 12622480" name="adj1"/>
              <a:gd fmla="val 19662822" name="adj2"/>
              <a:gd fmla="val 20729" name="adj3"/>
            </a:avLst>
          </a:prstGeom>
          <a:solidFill>
            <a:srgbClr val="F1C2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16"/>
          <p:cNvSpPr/>
          <p:nvPr/>
        </p:nvSpPr>
        <p:spPr>
          <a:xfrm rot="-3599998">
            <a:off x="3304038" y="1881533"/>
            <a:ext cx="2398198" cy="2398198"/>
          </a:xfrm>
          <a:prstGeom prst="blockArc">
            <a:avLst>
              <a:gd fmla="val 12622480" name="adj1"/>
              <a:gd fmla="val 19703271" name="adj2"/>
              <a:gd fmla="val 20851" name="adj3"/>
            </a:avLst>
          </a:prstGeom>
          <a:solidFill>
            <a:srgbClr val="FFE59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8" name="Google Shape;98;p16"/>
          <p:cNvGrpSpPr/>
          <p:nvPr/>
        </p:nvGrpSpPr>
        <p:grpSpPr>
          <a:xfrm rot="-7200164">
            <a:off x="3427565" y="3301183"/>
            <a:ext cx="505638" cy="506061"/>
            <a:chOff x="1967628" y="812211"/>
            <a:chExt cx="588000" cy="588000"/>
          </a:xfrm>
        </p:grpSpPr>
        <p:sp>
          <p:nvSpPr>
            <p:cNvPr id="99" name="Google Shape;99;p16"/>
            <p:cNvSpPr/>
            <p:nvPr/>
          </p:nvSpPr>
          <p:spPr>
            <a:xfrm rot="39023">
              <a:off x="1970909" y="815492"/>
              <a:ext cx="581437" cy="581437"/>
            </a:xfrm>
            <a:prstGeom prst="pie">
              <a:avLst>
                <a:gd fmla="val 6190354" name="adj1"/>
                <a:gd fmla="val 14996165" name="adj2"/>
              </a:avLst>
            </a:prstGeom>
            <a:solidFill>
              <a:srgbClr val="F1C232"/>
            </a:solidFill>
            <a:ln>
              <a:noFill/>
            </a:ln>
            <a:effectLst>
              <a:outerShdw blurRad="142875" rotWithShape="0" algn="bl">
                <a:srgbClr val="000000">
                  <a:alpha val="4235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" name="Google Shape;100;p16"/>
            <p:cNvSpPr/>
            <p:nvPr/>
          </p:nvSpPr>
          <p:spPr>
            <a:xfrm rot="10800000">
              <a:off x="1970875" y="815525"/>
              <a:ext cx="581400" cy="581400"/>
            </a:xfrm>
            <a:prstGeom prst="pie">
              <a:avLst>
                <a:gd fmla="val 4028252" name="adj1"/>
                <a:gd fmla="val 17183677" name="adj2"/>
              </a:avLst>
            </a:prstGeom>
            <a:solidFill>
              <a:srgbClr val="F1C23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1" name="Google Shape;101;p16"/>
          <p:cNvGrpSpPr/>
          <p:nvPr/>
        </p:nvGrpSpPr>
        <p:grpSpPr>
          <a:xfrm>
            <a:off x="4228368" y="1878239"/>
            <a:ext cx="505621" cy="506092"/>
            <a:chOff x="1970048" y="811613"/>
            <a:chExt cx="588000" cy="588000"/>
          </a:xfrm>
        </p:grpSpPr>
        <p:sp>
          <p:nvSpPr>
            <p:cNvPr id="102" name="Google Shape;102;p16"/>
            <p:cNvSpPr/>
            <p:nvPr/>
          </p:nvSpPr>
          <p:spPr>
            <a:xfrm rot="39023">
              <a:off x="1973329" y="814894"/>
              <a:ext cx="581437" cy="581437"/>
            </a:xfrm>
            <a:prstGeom prst="pie">
              <a:avLst>
                <a:gd fmla="val 6190354" name="adj1"/>
                <a:gd fmla="val 14996165" name="adj2"/>
              </a:avLst>
            </a:prstGeom>
            <a:solidFill>
              <a:srgbClr val="B45F06"/>
            </a:solidFill>
            <a:ln>
              <a:noFill/>
            </a:ln>
            <a:effectLst>
              <a:outerShdw blurRad="142875" rotWithShape="0" algn="bl">
                <a:srgbClr val="000000">
                  <a:alpha val="4235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" name="Google Shape;103;p16"/>
            <p:cNvSpPr/>
            <p:nvPr/>
          </p:nvSpPr>
          <p:spPr>
            <a:xfrm rot="10800000">
              <a:off x="1973295" y="814927"/>
              <a:ext cx="581400" cy="581400"/>
            </a:xfrm>
            <a:prstGeom prst="pie">
              <a:avLst>
                <a:gd fmla="val 4028252" name="adj1"/>
                <a:gd fmla="val 17183677" name="adj2"/>
              </a:avLst>
            </a:prstGeom>
            <a:solidFill>
              <a:srgbClr val="B45F0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4" name="Google Shape;104;p16"/>
          <p:cNvGrpSpPr/>
          <p:nvPr/>
        </p:nvGrpSpPr>
        <p:grpSpPr>
          <a:xfrm rot="7200164">
            <a:off x="5063146" y="3282197"/>
            <a:ext cx="505638" cy="506061"/>
            <a:chOff x="1977085" y="811649"/>
            <a:chExt cx="588000" cy="588000"/>
          </a:xfrm>
        </p:grpSpPr>
        <p:sp>
          <p:nvSpPr>
            <p:cNvPr id="105" name="Google Shape;105;p16"/>
            <p:cNvSpPr/>
            <p:nvPr/>
          </p:nvSpPr>
          <p:spPr>
            <a:xfrm rot="39023">
              <a:off x="1980366" y="814930"/>
              <a:ext cx="581437" cy="581437"/>
            </a:xfrm>
            <a:prstGeom prst="pie">
              <a:avLst>
                <a:gd fmla="val 6190354" name="adj1"/>
                <a:gd fmla="val 14996165" name="adj2"/>
              </a:avLst>
            </a:prstGeom>
            <a:solidFill>
              <a:srgbClr val="FFAB40"/>
            </a:solidFill>
            <a:ln>
              <a:noFill/>
            </a:ln>
            <a:effectLst>
              <a:outerShdw blurRad="142875" rotWithShape="0" algn="bl">
                <a:srgbClr val="000000">
                  <a:alpha val="4235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" name="Google Shape;106;p16"/>
            <p:cNvSpPr/>
            <p:nvPr/>
          </p:nvSpPr>
          <p:spPr>
            <a:xfrm rot="10800000">
              <a:off x="1980332" y="814963"/>
              <a:ext cx="581400" cy="581400"/>
            </a:xfrm>
            <a:prstGeom prst="pie">
              <a:avLst>
                <a:gd fmla="val 4028252" name="adj1"/>
                <a:gd fmla="val 17183677" name="adj2"/>
              </a:avLst>
            </a:prstGeom>
            <a:solidFill>
              <a:srgbClr val="FFAB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9" name="Google Shape;89;p16"/>
          <p:cNvSpPr txBox="1"/>
          <p:nvPr/>
        </p:nvSpPr>
        <p:spPr>
          <a:xfrm>
            <a:off x="4267266" y="1910050"/>
            <a:ext cx="440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" sz="16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01 </a:t>
            </a:r>
            <a:endParaRPr b="1" i="0" sz="160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7" name="Google Shape;107;p16"/>
          <p:cNvSpPr txBox="1"/>
          <p:nvPr/>
        </p:nvSpPr>
        <p:spPr>
          <a:xfrm>
            <a:off x="3460468" y="3342679"/>
            <a:ext cx="440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" sz="16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0</a:t>
            </a:r>
            <a:r>
              <a:rPr b="1" lang="en" sz="16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3</a:t>
            </a:r>
            <a:endParaRPr b="1" i="0" sz="160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8" name="Google Shape;108;p16"/>
          <p:cNvSpPr txBox="1"/>
          <p:nvPr/>
        </p:nvSpPr>
        <p:spPr>
          <a:xfrm>
            <a:off x="5097031" y="3328107"/>
            <a:ext cx="440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" sz="16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0</a:t>
            </a:r>
            <a:r>
              <a:rPr b="1" lang="en" sz="16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2</a:t>
            </a:r>
            <a:endParaRPr b="1" i="0" sz="160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7"/>
          <p:cNvSpPr txBox="1"/>
          <p:nvPr>
            <p:ph idx="12" type="sldNum"/>
          </p:nvPr>
        </p:nvSpPr>
        <p:spPr>
          <a:xfrm>
            <a:off x="8382000" y="464820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4" name="Google Shape;114;p17"/>
          <p:cNvSpPr txBox="1"/>
          <p:nvPr>
            <p:ph type="title"/>
          </p:nvPr>
        </p:nvSpPr>
        <p:spPr>
          <a:xfrm>
            <a:off x="685800" y="246888"/>
            <a:ext cx="4572000" cy="2559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Skills</a:t>
            </a:r>
            <a:endParaRPr/>
          </a:p>
        </p:txBody>
      </p:sp>
      <p:sp>
        <p:nvSpPr>
          <p:cNvPr id="115" name="Google Shape;115;p17"/>
          <p:cNvSpPr/>
          <p:nvPr/>
        </p:nvSpPr>
        <p:spPr>
          <a:xfrm>
            <a:off x="728125" y="1146975"/>
            <a:ext cx="7789800" cy="35982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8575">
            <a:solidFill>
              <a:srgbClr val="9B6DB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17"/>
          <p:cNvSpPr txBox="1"/>
          <p:nvPr/>
        </p:nvSpPr>
        <p:spPr>
          <a:xfrm>
            <a:off x="1097280" y="1645920"/>
            <a:ext cx="6583800" cy="185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228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 Medium"/>
              <a:buChar char="●"/>
            </a:pPr>
            <a:r>
              <a:rPr lang="en" sz="12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Kemampuan mengumpulkan inspirasi dan menyusun moodboard. </a:t>
            </a:r>
            <a:endParaRPr sz="12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-304800" lvl="0" marL="228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 Medium"/>
              <a:buChar char="●"/>
            </a:pPr>
            <a:r>
              <a:rPr lang="en" sz="12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Kemampuan membuat sistem desain.</a:t>
            </a:r>
            <a:endParaRPr sz="12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-304800" lvl="0" marL="228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 Medium"/>
              <a:buChar char="●"/>
            </a:pPr>
            <a:r>
              <a:rPr lang="en" sz="12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Kemampuan membuat prototype.</a:t>
            </a:r>
            <a:endParaRPr sz="12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-304800" lvl="0" marL="228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 Medium"/>
              <a:buChar char="●"/>
            </a:pPr>
            <a:r>
              <a:rPr lang="en" sz="12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Kemampuan menyusun prototype berdasarkan wireflows, persona dan journey map yang telah dibuat.</a:t>
            </a:r>
            <a:endParaRPr sz="12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-304800" lvl="0" marL="228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 Medium"/>
              <a:buChar char="●"/>
            </a:pPr>
            <a:r>
              <a:rPr lang="en" sz="12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Kemampuan menggunakan Figma.</a:t>
            </a:r>
            <a:endParaRPr sz="12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-304800" lvl="0" marL="228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 Medium"/>
              <a:buChar char="●"/>
            </a:pPr>
            <a:r>
              <a:rPr lang="en" sz="12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Kemampuan menyusun sebuah rencana desain secara keseluruhan.</a:t>
            </a:r>
            <a:endParaRPr sz="12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-304800" lvl="0" marL="228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 Medium"/>
              <a:buChar char="●"/>
            </a:pPr>
            <a:r>
              <a:rPr lang="en" sz="12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Kemampuan presentasi virtual di depan kelas dengan singkat dan padat.</a:t>
            </a:r>
            <a:endParaRPr sz="12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</p:txBody>
      </p:sp>
      <p:sp>
        <p:nvSpPr>
          <p:cNvPr id="117" name="Google Shape;117;p17"/>
          <p:cNvSpPr/>
          <p:nvPr/>
        </p:nvSpPr>
        <p:spPr>
          <a:xfrm>
            <a:off x="3704850" y="986013"/>
            <a:ext cx="1734300" cy="363000"/>
          </a:xfrm>
          <a:prstGeom prst="roundRect">
            <a:avLst>
              <a:gd fmla="val 50000" name="adj"/>
            </a:avLst>
          </a:prstGeom>
          <a:solidFill>
            <a:srgbClr val="FFAB4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i="0" lang="en" sz="1200" u="none" cap="none" strike="noStrike">
                <a:solidFill>
                  <a:srgbClr val="FFFFFF"/>
                </a:solidFill>
                <a:latin typeface="Raleway ExtraBold"/>
                <a:ea typeface="Raleway ExtraBold"/>
                <a:cs typeface="Raleway ExtraBold"/>
                <a:sym typeface="Raleway ExtraBold"/>
              </a:rPr>
              <a:t>SKILL METRICS</a:t>
            </a:r>
            <a:endParaRPr i="0" sz="1200" u="none" cap="none" strike="noStrike">
              <a:solidFill>
                <a:srgbClr val="FFFFFF"/>
              </a:solidFill>
              <a:latin typeface="Raleway ExtraBold"/>
              <a:ea typeface="Raleway ExtraBold"/>
              <a:cs typeface="Raleway ExtraBold"/>
              <a:sym typeface="Raleway ExtraBold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8"/>
          <p:cNvSpPr txBox="1"/>
          <p:nvPr>
            <p:ph idx="12" type="sldNum"/>
          </p:nvPr>
        </p:nvSpPr>
        <p:spPr>
          <a:xfrm>
            <a:off x="8382000" y="464820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3" name="Google Shape;123;p18"/>
          <p:cNvSpPr txBox="1"/>
          <p:nvPr>
            <p:ph type="title"/>
          </p:nvPr>
        </p:nvSpPr>
        <p:spPr>
          <a:xfrm>
            <a:off x="685800" y="246888"/>
            <a:ext cx="4572000" cy="2559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Delivery Documents</a:t>
            </a:r>
            <a:endParaRPr/>
          </a:p>
        </p:txBody>
      </p:sp>
      <p:sp>
        <p:nvSpPr>
          <p:cNvPr id="124" name="Google Shape;124;p18"/>
          <p:cNvSpPr/>
          <p:nvPr/>
        </p:nvSpPr>
        <p:spPr>
          <a:xfrm>
            <a:off x="728125" y="1146975"/>
            <a:ext cx="7789800" cy="35982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8575">
            <a:solidFill>
              <a:srgbClr val="9B6DB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18"/>
          <p:cNvSpPr txBox="1"/>
          <p:nvPr/>
        </p:nvSpPr>
        <p:spPr>
          <a:xfrm>
            <a:off x="1097280" y="1645920"/>
            <a:ext cx="6583800" cy="121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228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 Medium"/>
              <a:buChar char="●"/>
            </a:pPr>
            <a:r>
              <a:rPr lang="en" sz="12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Moodboard</a:t>
            </a:r>
            <a:endParaRPr sz="12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-304800" lvl="0" marL="228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 Medium"/>
              <a:buChar char="●"/>
            </a:pPr>
            <a:r>
              <a:rPr lang="en" sz="12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Design System</a:t>
            </a:r>
            <a:endParaRPr sz="12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-304800" lvl="0" marL="228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 Medium"/>
              <a:buChar char="●"/>
            </a:pPr>
            <a:r>
              <a:rPr lang="en" sz="12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Prototype</a:t>
            </a:r>
            <a:endParaRPr sz="12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-304800" lvl="0" marL="228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 Medium"/>
              <a:buChar char="●"/>
            </a:pPr>
            <a:r>
              <a:rPr lang="en" sz="12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Deck (dengan Google Slides) untuk mempresentasikan hal - hal diatas,</a:t>
            </a:r>
            <a:endParaRPr sz="12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-304800" lvl="0" marL="228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 Medium"/>
              <a:buChar char="●"/>
            </a:pPr>
            <a:r>
              <a:rPr lang="en" sz="12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Presentasi deck di depan kelas.</a:t>
            </a:r>
            <a:endParaRPr sz="12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</p:txBody>
      </p:sp>
      <p:sp>
        <p:nvSpPr>
          <p:cNvPr id="126" name="Google Shape;126;p18"/>
          <p:cNvSpPr/>
          <p:nvPr/>
        </p:nvSpPr>
        <p:spPr>
          <a:xfrm>
            <a:off x="3704850" y="986013"/>
            <a:ext cx="1734300" cy="363000"/>
          </a:xfrm>
          <a:prstGeom prst="roundRect">
            <a:avLst>
              <a:gd fmla="val 50000" name="adj"/>
            </a:avLst>
          </a:prstGeom>
          <a:solidFill>
            <a:srgbClr val="FFAB4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>
                <a:solidFill>
                  <a:srgbClr val="FFFFFF"/>
                </a:solidFill>
                <a:latin typeface="Raleway ExtraBold"/>
                <a:ea typeface="Raleway ExtraBold"/>
                <a:cs typeface="Raleway ExtraBold"/>
                <a:sym typeface="Raleway ExtraBold"/>
              </a:rPr>
              <a:t>DELIVERY</a:t>
            </a:r>
            <a:endParaRPr i="0" sz="1200" u="none" cap="none" strike="noStrike">
              <a:solidFill>
                <a:srgbClr val="FFFFFF"/>
              </a:solidFill>
              <a:latin typeface="Raleway ExtraBold"/>
              <a:ea typeface="Raleway ExtraBold"/>
              <a:cs typeface="Raleway ExtraBold"/>
              <a:sym typeface="Raleway ExtraBold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9"/>
          <p:cNvSpPr txBox="1"/>
          <p:nvPr>
            <p:ph idx="12" type="sldNum"/>
          </p:nvPr>
        </p:nvSpPr>
        <p:spPr>
          <a:xfrm>
            <a:off x="8382000" y="464820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2" name="Google Shape;132;p19"/>
          <p:cNvSpPr txBox="1"/>
          <p:nvPr>
            <p:ph type="title"/>
          </p:nvPr>
        </p:nvSpPr>
        <p:spPr>
          <a:xfrm>
            <a:off x="685800" y="246888"/>
            <a:ext cx="4572000" cy="2559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Acceptance Criteria</a:t>
            </a:r>
            <a:endParaRPr/>
          </a:p>
        </p:txBody>
      </p:sp>
      <p:sp>
        <p:nvSpPr>
          <p:cNvPr id="133" name="Google Shape;133;p19"/>
          <p:cNvSpPr/>
          <p:nvPr/>
        </p:nvSpPr>
        <p:spPr>
          <a:xfrm>
            <a:off x="728125" y="1146975"/>
            <a:ext cx="7789800" cy="35982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8575">
            <a:solidFill>
              <a:srgbClr val="9B6DB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19"/>
          <p:cNvSpPr/>
          <p:nvPr/>
        </p:nvSpPr>
        <p:spPr>
          <a:xfrm>
            <a:off x="3704850" y="986013"/>
            <a:ext cx="1734300" cy="363000"/>
          </a:xfrm>
          <a:prstGeom prst="roundRect">
            <a:avLst>
              <a:gd fmla="val 50000" name="adj"/>
            </a:avLst>
          </a:prstGeom>
          <a:solidFill>
            <a:srgbClr val="FFAB4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>
                <a:solidFill>
                  <a:srgbClr val="FFFFFF"/>
                </a:solidFill>
                <a:latin typeface="Raleway ExtraBold"/>
                <a:ea typeface="Raleway ExtraBold"/>
                <a:cs typeface="Raleway ExtraBold"/>
                <a:sym typeface="Raleway ExtraBold"/>
              </a:rPr>
              <a:t>CRITERIA</a:t>
            </a:r>
            <a:endParaRPr i="0" sz="1200" u="none" cap="none" strike="noStrike">
              <a:solidFill>
                <a:srgbClr val="FFFFFF"/>
              </a:solidFill>
              <a:latin typeface="Raleway ExtraBold"/>
              <a:ea typeface="Raleway ExtraBold"/>
              <a:cs typeface="Raleway ExtraBold"/>
              <a:sym typeface="Raleway ExtraBold"/>
            </a:endParaRPr>
          </a:p>
        </p:txBody>
      </p:sp>
      <p:sp>
        <p:nvSpPr>
          <p:cNvPr id="135" name="Google Shape;135;p19"/>
          <p:cNvSpPr txBox="1"/>
          <p:nvPr/>
        </p:nvSpPr>
        <p:spPr>
          <a:xfrm>
            <a:off x="1097280" y="1645920"/>
            <a:ext cx="6583800" cy="121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228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 Medium"/>
              <a:buChar char="●"/>
            </a:pPr>
            <a:r>
              <a:rPr lang="en" sz="12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Moodboard </a:t>
            </a:r>
            <a:r>
              <a:rPr b="1" lang="en" sz="12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(10 pts)</a:t>
            </a:r>
            <a:endParaRPr sz="12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-304800" lvl="0" marL="228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 Medium"/>
              <a:buChar char="●"/>
            </a:pPr>
            <a:r>
              <a:rPr lang="en" sz="12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Design System </a:t>
            </a:r>
            <a:r>
              <a:rPr b="1" lang="en" sz="12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(30 pts)</a:t>
            </a:r>
            <a:endParaRPr sz="12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-304800" lvl="0" marL="228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 Medium"/>
              <a:buChar char="●"/>
            </a:pPr>
            <a:r>
              <a:rPr lang="en" sz="12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Prototype </a:t>
            </a:r>
            <a:r>
              <a:rPr b="1" lang="en" sz="12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(30 pts)</a:t>
            </a:r>
            <a:endParaRPr sz="12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-304800" lvl="0" marL="228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 Medium"/>
              <a:buChar char="●"/>
            </a:pPr>
            <a:r>
              <a:rPr lang="en" sz="12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Deck (dengan Google Slides) untuk mempresentasikan hal - hal diatas, </a:t>
            </a:r>
            <a:r>
              <a:rPr b="1" lang="en" sz="12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(2</a:t>
            </a:r>
            <a:r>
              <a:rPr b="1" lang="en" sz="12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0 pts)</a:t>
            </a:r>
            <a:endParaRPr sz="12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-304800" lvl="0" marL="228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 Medium"/>
              <a:buChar char="●"/>
            </a:pPr>
            <a:r>
              <a:rPr lang="en" sz="12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Presentasi deck di depan kelas. </a:t>
            </a:r>
            <a:r>
              <a:rPr b="1" lang="en" sz="12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(10 pts)</a:t>
            </a:r>
            <a:endParaRPr b="1" sz="1200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0"/>
          <p:cNvSpPr txBox="1"/>
          <p:nvPr>
            <p:ph idx="12" type="sldNum"/>
          </p:nvPr>
        </p:nvSpPr>
        <p:spPr>
          <a:xfrm>
            <a:off x="8382000" y="464820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1" name="Google Shape;141;p20"/>
          <p:cNvSpPr txBox="1"/>
          <p:nvPr>
            <p:ph type="title"/>
          </p:nvPr>
        </p:nvSpPr>
        <p:spPr>
          <a:xfrm>
            <a:off x="685800" y="246888"/>
            <a:ext cx="4572000" cy="2559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Chapter 4</a:t>
            </a:r>
            <a:endParaRPr/>
          </a:p>
        </p:txBody>
      </p:sp>
      <p:sp>
        <p:nvSpPr>
          <p:cNvPr id="142" name="Google Shape;142;p20"/>
          <p:cNvSpPr txBox="1"/>
          <p:nvPr/>
        </p:nvSpPr>
        <p:spPr>
          <a:xfrm>
            <a:off x="685800" y="1188720"/>
            <a:ext cx="411480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800">
                <a:solidFill>
                  <a:srgbClr val="743673"/>
                </a:solidFill>
                <a:highlight>
                  <a:schemeClr val="lt1"/>
                </a:highlight>
                <a:latin typeface="Raleway"/>
                <a:ea typeface="Raleway"/>
                <a:cs typeface="Raleway"/>
                <a:sym typeface="Raleway"/>
              </a:rPr>
              <a:t>Chapter 4</a:t>
            </a:r>
            <a:endParaRPr sz="12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Pada chapter ini, kita telah melalui topik - topik berikut:</a:t>
            </a:r>
            <a:endParaRPr sz="12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1) Design Thinking: Prototype Pt 1</a:t>
            </a:r>
            <a:endParaRPr sz="12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2) Memulai Proses Desain</a:t>
            </a:r>
            <a:endParaRPr sz="12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3) Design System</a:t>
            </a:r>
            <a:endParaRPr sz="12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4) Design Thinking: Prototype Pt 2</a:t>
            </a:r>
            <a:endParaRPr sz="12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Untuk menyelesaikan chapter, mari kita menyelesaikan challenge berikut.</a:t>
            </a:r>
            <a:endParaRPr sz="12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1"/>
          <p:cNvSpPr txBox="1"/>
          <p:nvPr>
            <p:ph idx="12" type="sldNum"/>
          </p:nvPr>
        </p:nvSpPr>
        <p:spPr>
          <a:xfrm>
            <a:off x="8382000" y="464820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lt1"/>
                </a:solidFill>
              </a:rPr>
              <a:t>‹#›</a:t>
            </a:fld>
            <a:endParaRPr>
              <a:solidFill>
                <a:schemeClr val="lt1"/>
              </a:solidFill>
            </a:endParaRPr>
          </a:p>
        </p:txBody>
      </p:sp>
      <p:sp>
        <p:nvSpPr>
          <p:cNvPr id="148" name="Google Shape;148;p21"/>
          <p:cNvSpPr txBox="1"/>
          <p:nvPr>
            <p:ph type="title"/>
          </p:nvPr>
        </p:nvSpPr>
        <p:spPr>
          <a:xfrm>
            <a:off x="685800" y="246888"/>
            <a:ext cx="4572000" cy="2559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Challenge</a:t>
            </a:r>
            <a:endParaRPr/>
          </a:p>
        </p:txBody>
      </p:sp>
      <p:sp>
        <p:nvSpPr>
          <p:cNvPr id="149" name="Google Shape;149;p21"/>
          <p:cNvSpPr txBox="1"/>
          <p:nvPr/>
        </p:nvSpPr>
        <p:spPr>
          <a:xfrm>
            <a:off x="685800" y="1188725"/>
            <a:ext cx="7930800" cy="305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8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Challenge</a:t>
            </a:r>
            <a:endParaRPr sz="1200">
              <a:solidFill>
                <a:schemeClr val="lt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Kamu perlu membuat prototipe dan sebuah design system menggunakan Figma</a:t>
            </a:r>
            <a:r>
              <a:rPr lang="en" sz="1200">
                <a:solidFill>
                  <a:schemeClr val="lt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 untuk menyelesaikan challenge.</a:t>
            </a:r>
            <a:endParaRPr sz="1200">
              <a:solidFill>
                <a:schemeClr val="lt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1. Gunakan satu dari 5 kasus yang telah dipilih pada challenge chapter 3.</a:t>
            </a:r>
            <a:endParaRPr sz="1200">
              <a:solidFill>
                <a:schemeClr val="lt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2. Merencanakan sebuah produk mobile ataupun web terkait kasus yang dipilih.</a:t>
            </a:r>
            <a:endParaRPr sz="1200">
              <a:solidFill>
                <a:schemeClr val="lt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3. Mengumpulkan inspirasi dalam sebuah moodboard untuk desain produk tersebut.</a:t>
            </a:r>
            <a:endParaRPr sz="1200">
              <a:solidFill>
                <a:schemeClr val="lt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4. Menggunakan wireflow yang telah dibuat untuk membuat </a:t>
            </a:r>
            <a:r>
              <a:rPr lang="en" sz="1200">
                <a:solidFill>
                  <a:schemeClr val="lt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prototype</a:t>
            </a:r>
            <a:r>
              <a:rPr lang="en" sz="1200">
                <a:solidFill>
                  <a:schemeClr val="lt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. </a:t>
            </a:r>
            <a:endParaRPr sz="1200">
              <a:solidFill>
                <a:schemeClr val="lt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5. Membuat sebuah sistem desain untuk antarmuka prototype tersebut. </a:t>
            </a:r>
            <a:endParaRPr sz="1200">
              <a:solidFill>
                <a:schemeClr val="lt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6. Membuat sebuah deck (dengan Google Slides) untuk mempresentasikan moodboard, penjelasan atas prototype dan sistem desain.</a:t>
            </a:r>
            <a:endParaRPr sz="1200">
              <a:solidFill>
                <a:schemeClr val="lt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7. Mempresentasikan deck di depan kelas.</a:t>
            </a:r>
            <a:endParaRPr sz="1200">
              <a:solidFill>
                <a:schemeClr val="lt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2"/>
          <p:cNvSpPr txBox="1"/>
          <p:nvPr>
            <p:ph idx="12" type="sldNum"/>
          </p:nvPr>
        </p:nvSpPr>
        <p:spPr>
          <a:xfrm>
            <a:off x="8382000" y="464820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55" name="Google Shape;155;p22"/>
          <p:cNvSpPr txBox="1"/>
          <p:nvPr>
            <p:ph type="title"/>
          </p:nvPr>
        </p:nvSpPr>
        <p:spPr>
          <a:xfrm>
            <a:off x="685800" y="246888"/>
            <a:ext cx="4572000" cy="2559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Challenge</a:t>
            </a:r>
            <a:endParaRPr/>
          </a:p>
        </p:txBody>
      </p:sp>
      <p:sp>
        <p:nvSpPr>
          <p:cNvPr id="156" name="Google Shape;156;p22"/>
          <p:cNvSpPr txBox="1"/>
          <p:nvPr/>
        </p:nvSpPr>
        <p:spPr>
          <a:xfrm>
            <a:off x="685800" y="1188725"/>
            <a:ext cx="735420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800">
                <a:solidFill>
                  <a:srgbClr val="743673"/>
                </a:solidFill>
                <a:highlight>
                  <a:schemeClr val="lt1"/>
                </a:highlight>
                <a:latin typeface="Raleway"/>
                <a:ea typeface="Raleway"/>
                <a:cs typeface="Raleway"/>
                <a:sym typeface="Raleway"/>
              </a:rPr>
              <a:t>Kasus - kasus</a:t>
            </a:r>
            <a:endParaRPr sz="12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1. Coffee shop kecil yang mulai memiliki banyak pelanggan dan antrian panjang.</a:t>
            </a:r>
            <a:endParaRPr sz="12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2. Klinik yang mendapat keluhan atas formulir pendaftaran tes antigen yang ribet dan sulit untuk </a:t>
            </a:r>
            <a:br>
              <a:rPr lang="en" sz="12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</a:br>
            <a:r>
              <a:rPr lang="en" sz="12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    digunakan.</a:t>
            </a:r>
            <a:endParaRPr sz="12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3. Toko kue yang mulai memiliki pelanggan yang malas keluar rumah dan menginginkan delivery.</a:t>
            </a:r>
            <a:br>
              <a:rPr lang="en" sz="12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</a:br>
            <a:r>
              <a:rPr lang="en" sz="12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4. Organisasi yang ingin menarik banyak responden untuk mengisi survey mereka tiap hari dengan </a:t>
            </a:r>
            <a:endParaRPr sz="12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    imbalan </a:t>
            </a:r>
            <a:r>
              <a:rPr i="1" lang="en" sz="12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gift vouchers </a:t>
            </a:r>
            <a:r>
              <a:rPr lang="en" sz="12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dan pulsa.</a:t>
            </a:r>
            <a:endParaRPr sz="12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5. Rental mobil yang perlu menginformasikan jenis - jenis mobil, informasi terkait, availability kepada </a:t>
            </a:r>
            <a:endParaRPr sz="12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    pelanggan dan merancang sistem pick-up dan drop-off melalui aplikasinya. </a:t>
            </a:r>
            <a:endParaRPr sz="12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3"/>
          <p:cNvSpPr txBox="1"/>
          <p:nvPr>
            <p:ph idx="12" type="sldNum"/>
          </p:nvPr>
        </p:nvSpPr>
        <p:spPr>
          <a:xfrm>
            <a:off x="8382000" y="464820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2" name="Google Shape;162;p23"/>
          <p:cNvSpPr txBox="1"/>
          <p:nvPr>
            <p:ph type="title"/>
          </p:nvPr>
        </p:nvSpPr>
        <p:spPr>
          <a:xfrm>
            <a:off x="685800" y="246888"/>
            <a:ext cx="4572000" cy="2559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Challenge</a:t>
            </a:r>
            <a:endParaRPr/>
          </a:p>
        </p:txBody>
      </p:sp>
      <p:sp>
        <p:nvSpPr>
          <p:cNvPr id="163" name="Google Shape;163;p23"/>
          <p:cNvSpPr txBox="1"/>
          <p:nvPr/>
        </p:nvSpPr>
        <p:spPr>
          <a:xfrm>
            <a:off x="685800" y="1188725"/>
            <a:ext cx="793080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800">
                <a:solidFill>
                  <a:srgbClr val="743673"/>
                </a:solidFill>
                <a:highlight>
                  <a:schemeClr val="lt1"/>
                </a:highlight>
                <a:latin typeface="Raleway"/>
                <a:ea typeface="Raleway"/>
                <a:cs typeface="Raleway"/>
                <a:sym typeface="Raleway"/>
              </a:rPr>
              <a:t>Challenge Point 6</a:t>
            </a:r>
            <a:endParaRPr sz="12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Membuat sebuah deck (dengan Google Slides) untuk mempresentasikan moodboard, penjelasan atas prototype dan sistem desain.</a:t>
            </a:r>
            <a:br>
              <a:rPr lang="en" sz="12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</a:br>
            <a:br>
              <a:rPr lang="en" sz="12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</a:br>
            <a:r>
              <a:rPr lang="en" sz="12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Jumlah slides bebas, akan tetapi perlu mencantumkan berikut:</a:t>
            </a:r>
            <a:endParaRPr sz="12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-190500" lvl="0" marL="228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 Medium"/>
              <a:buAutoNum type="arabicPeriod"/>
            </a:pPr>
            <a:r>
              <a:rPr lang="en" sz="12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Slide 1 berisi judul, nama dan tanggal.</a:t>
            </a:r>
            <a:endParaRPr sz="12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-190500" lvl="0" marL="228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 Medium"/>
              <a:buAutoNum type="arabicPeriod"/>
            </a:pPr>
            <a:r>
              <a:rPr lang="en" sz="12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Kasus yang dipilih dan rencana desain produk. </a:t>
            </a:r>
            <a:endParaRPr sz="12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-190500" lvl="0" marL="228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 Medium"/>
              <a:buAutoNum type="arabicPeriod"/>
            </a:pPr>
            <a:r>
              <a:rPr lang="en" sz="12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Ringkasan user persona, UJM dan wireflows yang telah dibuat.</a:t>
            </a:r>
            <a:endParaRPr sz="12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-190500" lvl="0" marL="228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 Medium"/>
              <a:buAutoNum type="arabicPeriod"/>
            </a:pPr>
            <a:r>
              <a:rPr lang="en" sz="12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Moodboards.</a:t>
            </a:r>
            <a:endParaRPr sz="12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-190500" lvl="0" marL="228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 Medium"/>
              <a:buAutoNum type="arabicPeriod"/>
            </a:pPr>
            <a:r>
              <a:rPr lang="en" sz="12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Proses pembuatan sistem desain dan prototype.</a:t>
            </a:r>
            <a:endParaRPr sz="12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-190500" lvl="0" marL="228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 Medium"/>
              <a:buAutoNum type="arabicPeriod"/>
            </a:pPr>
            <a:r>
              <a:rPr lang="en" sz="12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Design system.</a:t>
            </a:r>
            <a:endParaRPr sz="12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-190500" lvl="0" marL="228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 Medium"/>
              <a:buAutoNum type="arabicPeriod"/>
            </a:pPr>
            <a:r>
              <a:rPr lang="en" sz="12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Prototype (cukup link Figma Preview)</a:t>
            </a:r>
            <a:endParaRPr sz="12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-190500" lvl="0" marL="228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 Medium"/>
              <a:buAutoNum type="arabicPeriod"/>
            </a:pPr>
            <a:r>
              <a:rPr lang="en" sz="12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Ucapan terimakasih dan penutup.</a:t>
            </a:r>
            <a:endParaRPr sz="12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4"/>
          <p:cNvSpPr txBox="1"/>
          <p:nvPr>
            <p:ph idx="12" type="sldNum"/>
          </p:nvPr>
        </p:nvSpPr>
        <p:spPr>
          <a:xfrm>
            <a:off x="8382000" y="464820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9" name="Google Shape;169;p24"/>
          <p:cNvSpPr txBox="1"/>
          <p:nvPr>
            <p:ph type="title"/>
          </p:nvPr>
        </p:nvSpPr>
        <p:spPr>
          <a:xfrm>
            <a:off x="685800" y="246888"/>
            <a:ext cx="4572000" cy="2559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Challenge</a:t>
            </a:r>
            <a:endParaRPr/>
          </a:p>
        </p:txBody>
      </p:sp>
      <p:sp>
        <p:nvSpPr>
          <p:cNvPr id="170" name="Google Shape;170;p24"/>
          <p:cNvSpPr txBox="1"/>
          <p:nvPr/>
        </p:nvSpPr>
        <p:spPr>
          <a:xfrm>
            <a:off x="685800" y="1188725"/>
            <a:ext cx="793080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800">
                <a:solidFill>
                  <a:srgbClr val="743673"/>
                </a:solidFill>
                <a:highlight>
                  <a:schemeClr val="lt1"/>
                </a:highlight>
                <a:latin typeface="Raleway"/>
                <a:ea typeface="Raleway"/>
                <a:cs typeface="Raleway"/>
                <a:sym typeface="Raleway"/>
              </a:rPr>
              <a:t>Challenge Point 7</a:t>
            </a:r>
            <a:endParaRPr sz="12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Mempresentasikan hasil di depan kelas.</a:t>
            </a:r>
            <a:endParaRPr sz="12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-190500" lvl="0" marL="228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 Medium"/>
              <a:buAutoNum type="arabicPeriod"/>
            </a:pPr>
            <a:r>
              <a:rPr lang="en" sz="12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Setiap siswa mempresentasikan deck di depan kelas.</a:t>
            </a:r>
            <a:endParaRPr sz="12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-190500" lvl="0" marL="228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 Medium"/>
              <a:buAutoNum type="arabicPeriod"/>
            </a:pPr>
            <a:r>
              <a:rPr lang="en" sz="12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Maksimal waktu presentasi ditentukan oleh fasilitator.</a:t>
            </a:r>
            <a:endParaRPr sz="12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-190500" lvl="0" marL="228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 Medium"/>
              <a:buAutoNum type="arabicPeriod"/>
            </a:pPr>
            <a:r>
              <a:rPr lang="en" sz="12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Awali presentasi dengan mengenalkan diri.</a:t>
            </a:r>
            <a:endParaRPr sz="12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733572"/>
        </a:solidFill>
      </p:bgPr>
    </p:bg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5"/>
          <p:cNvSpPr/>
          <p:nvPr/>
        </p:nvSpPr>
        <p:spPr>
          <a:xfrm>
            <a:off x="4031975" y="2179724"/>
            <a:ext cx="2448300" cy="2448300"/>
          </a:xfrm>
          <a:prstGeom prst="ellipse">
            <a:avLst/>
          </a:prstGeom>
          <a:solidFill>
            <a:srgbClr val="5E2B62">
              <a:alpha val="43920"/>
            </a:srgbClr>
          </a:solidFill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25"/>
          <p:cNvSpPr/>
          <p:nvPr/>
        </p:nvSpPr>
        <p:spPr>
          <a:xfrm>
            <a:off x="2880172" y="732662"/>
            <a:ext cx="3058800" cy="3058800"/>
          </a:xfrm>
          <a:prstGeom prst="ellipse">
            <a:avLst/>
          </a:prstGeom>
          <a:solidFill>
            <a:srgbClr val="5E2B62">
              <a:alpha val="43920"/>
            </a:srgbClr>
          </a:solidFill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25"/>
          <p:cNvSpPr/>
          <p:nvPr/>
        </p:nvSpPr>
        <p:spPr>
          <a:xfrm>
            <a:off x="1580031" y="515479"/>
            <a:ext cx="3493200" cy="3493200"/>
          </a:xfrm>
          <a:prstGeom prst="ellipse">
            <a:avLst/>
          </a:prstGeom>
          <a:solidFill>
            <a:srgbClr val="5E2B62">
              <a:alpha val="43920"/>
            </a:srgbClr>
          </a:solidFill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25"/>
          <p:cNvSpPr/>
          <p:nvPr/>
        </p:nvSpPr>
        <p:spPr>
          <a:xfrm>
            <a:off x="4787172" y="1388640"/>
            <a:ext cx="2776800" cy="2776800"/>
          </a:xfrm>
          <a:prstGeom prst="ellipse">
            <a:avLst/>
          </a:prstGeom>
          <a:solidFill>
            <a:srgbClr val="5E2B62">
              <a:alpha val="60780"/>
            </a:srgbClr>
          </a:solidFill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25"/>
          <p:cNvSpPr/>
          <p:nvPr/>
        </p:nvSpPr>
        <p:spPr>
          <a:xfrm>
            <a:off x="1752271" y="1608981"/>
            <a:ext cx="2795700" cy="6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AB2F"/>
              </a:buClr>
              <a:buSzPts val="3600"/>
              <a:buFont typeface="Montserrat"/>
              <a:buNone/>
            </a:pPr>
            <a:r>
              <a:rPr b="1" lang="en" sz="3600">
                <a:solidFill>
                  <a:srgbClr val="F2AB2F"/>
                </a:solidFill>
                <a:latin typeface="Montserrat"/>
                <a:ea typeface="Montserrat"/>
                <a:cs typeface="Montserrat"/>
                <a:sym typeface="Montserrat"/>
              </a:rPr>
              <a:t>TERIMA</a:t>
            </a:r>
            <a:endParaRPr b="1" i="0" sz="3600" u="none" cap="none" strike="noStrike">
              <a:solidFill>
                <a:srgbClr val="F2AB2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0" name="Google Shape;180;p25"/>
          <p:cNvSpPr/>
          <p:nvPr/>
        </p:nvSpPr>
        <p:spPr>
          <a:xfrm>
            <a:off x="1684821" y="2179714"/>
            <a:ext cx="2795700" cy="6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AB2F"/>
              </a:buClr>
              <a:buSzPts val="3600"/>
              <a:buFont typeface="Montserrat"/>
              <a:buNone/>
            </a:pPr>
            <a:r>
              <a:rPr b="1" lang="en" sz="3600">
                <a:solidFill>
                  <a:srgbClr val="F2AB2F"/>
                </a:solidFill>
                <a:latin typeface="Montserrat"/>
                <a:ea typeface="Montserrat"/>
                <a:cs typeface="Montserrat"/>
                <a:sym typeface="Montserrat"/>
              </a:rPr>
              <a:t>KASIH</a:t>
            </a:r>
            <a:endParaRPr sz="1100"/>
          </a:p>
        </p:txBody>
      </p:sp>
      <p:pic>
        <p:nvPicPr>
          <p:cNvPr id="181" name="Google Shape;181;p25"/>
          <p:cNvPicPr preferRelativeResize="0"/>
          <p:nvPr/>
        </p:nvPicPr>
        <p:blipFill rotWithShape="1">
          <a:blip r:embed="rId3">
            <a:alphaModFix/>
          </a:blip>
          <a:srcRect b="0" l="0" r="13247" t="0"/>
          <a:stretch/>
        </p:blipFill>
        <p:spPr>
          <a:xfrm>
            <a:off x="5450801" y="1946964"/>
            <a:ext cx="1440495" cy="1660396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25"/>
          <p:cNvSpPr/>
          <p:nvPr/>
        </p:nvSpPr>
        <p:spPr>
          <a:xfrm>
            <a:off x="2000840" y="3114985"/>
            <a:ext cx="1341000" cy="1341000"/>
          </a:xfrm>
          <a:prstGeom prst="ellipse">
            <a:avLst/>
          </a:prstGeom>
          <a:solidFill>
            <a:srgbClr val="5E2B62">
              <a:alpha val="43920"/>
            </a:srgbClr>
          </a:solidFill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