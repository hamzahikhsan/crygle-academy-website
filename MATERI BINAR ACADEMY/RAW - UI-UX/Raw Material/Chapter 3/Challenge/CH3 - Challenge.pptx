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Raleway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regular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lewayMedium-boldItalic.fntdata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3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merencanakan sebuah produk dan menyelesaikan masalah.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user persona.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user journey map.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wireflows berdasarkan persona dan journey map yang telah dibuat.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flowchart dan wireframes.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desain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Rencana desain produk.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 persona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 journey map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Wireflows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rancangan rencana desain produk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User persona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User journey map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Menyusun Wireflows sesuai persona dan user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journey map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Menyusun Deck (dengan Google Slides) untuk mempresentasikan hal - hal diatas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deck di depan kelas.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3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3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Design Thinking: Define Pt 1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Design Thinking: Define Pt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Design Thinking: Ideate Pt 1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4) Peralatan UI/UX Design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5) Design Thinking: Define Pt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merencanakan sebuah desain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untuk menyelesaikan challenge.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Memilih satu dari 4 kasus yang telah disediakan pada halaman 4 dari deck ini.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Merencanakan sebuah produk mobile terkait kasus yang dipilih.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Membuat user persona dari salah satu pelanggan produk.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Membuat  user journey map secara umum dari pengalaman menggunakan produk.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Membuat sebuah wireflow dari satu alur pemakaian produk.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Membuat sebuah deck (dengan Google Slides) untuk mempresentasikan user persona, user journey map dan wireflows serta proses pembuatannya.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354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Kasus - kasus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Coffee shop kecil yang mulai memiliki banyak pelanggan dan antrian panjang.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Klinik yang mendapat keluhan atas formulir pendaftaran tes antigen yang ribet dan sulit untuk digunakan.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Toko kue yang mulai memiliki pelanggan yang malas keluar rumah dan menginginkan delivery.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Organisasi yang ingin menarik banyak responden untuk mengisi survey mereka tiap hari dengan imbalan </a:t>
            </a:r>
            <a:r>
              <a:rPr i="1"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gift vouchers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dan pulsa.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Rental mobil yang perlu menginformasikan jenis - jenis mobil, informasi terkait, availability kepada pelanggan dan merancang sistem pick-up dan drop-off melalui aplikasinya.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6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deck (dengan Google Slides) untuk mempresentasikan user persona, user journey map dan wireflows serta proses pembuatannya.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Kasus yang dipilih dan rencana desain produk.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 persona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 journey map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Wireflows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Proses pembuatan wireflows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7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rencana penelitian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