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aleway"/>
      <p:regular r:id="rId26"/>
      <p:bold r:id="rId27"/>
      <p:italic r:id="rId28"/>
      <p:boldItalic r:id="rId29"/>
    </p:embeddedFont>
    <p:embeddedFont>
      <p:font typeface="Montserrat"/>
      <p:regular r:id="rId30"/>
      <p:bold r:id="rId31"/>
      <p:italic r:id="rId32"/>
      <p:boldItalic r:id="rId33"/>
    </p:embeddedFont>
    <p:embeddedFont>
      <p:font typeface="Lato Black"/>
      <p:bold r:id="rId34"/>
      <p:boldItalic r:id="rId35"/>
    </p:embeddedFont>
    <p:embeddedFont>
      <p:font typeface="Raleway Medium"/>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regular.fntdata"/><Relationship Id="rId25" Type="http://schemas.openxmlformats.org/officeDocument/2006/relationships/slide" Target="slides/slide20.xml"/><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6.xml"/><Relationship Id="rId33" Type="http://schemas.openxmlformats.org/officeDocument/2006/relationships/font" Target="fonts/Montserrat-boldItalic.fntdata"/><Relationship Id="rId10" Type="http://schemas.openxmlformats.org/officeDocument/2006/relationships/slide" Target="slides/slide5.xml"/><Relationship Id="rId32" Type="http://schemas.openxmlformats.org/officeDocument/2006/relationships/font" Target="fonts/Montserrat-italic.fntdata"/><Relationship Id="rId13" Type="http://schemas.openxmlformats.org/officeDocument/2006/relationships/slide" Target="slides/slide8.xml"/><Relationship Id="rId35" Type="http://schemas.openxmlformats.org/officeDocument/2006/relationships/font" Target="fonts/LatoBlack-boldItalic.fntdata"/><Relationship Id="rId12" Type="http://schemas.openxmlformats.org/officeDocument/2006/relationships/slide" Target="slides/slide7.xml"/><Relationship Id="rId34" Type="http://schemas.openxmlformats.org/officeDocument/2006/relationships/font" Target="fonts/LatoBlack-bold.fntdata"/><Relationship Id="rId15" Type="http://schemas.openxmlformats.org/officeDocument/2006/relationships/slide" Target="slides/slide10.xml"/><Relationship Id="rId37" Type="http://schemas.openxmlformats.org/officeDocument/2006/relationships/font" Target="fonts/RalewayMedium-bold.fntdata"/><Relationship Id="rId14" Type="http://schemas.openxmlformats.org/officeDocument/2006/relationships/slide" Target="slides/slide9.xml"/><Relationship Id="rId36" Type="http://schemas.openxmlformats.org/officeDocument/2006/relationships/font" Target="fonts/RalewayMedium-regular.fntdata"/><Relationship Id="rId17" Type="http://schemas.openxmlformats.org/officeDocument/2006/relationships/slide" Target="slides/slide12.xml"/><Relationship Id="rId39" Type="http://schemas.openxmlformats.org/officeDocument/2006/relationships/font" Target="fonts/RalewayMedium-boldItalic.fntdata"/><Relationship Id="rId16" Type="http://schemas.openxmlformats.org/officeDocument/2006/relationships/slide" Target="slides/slide11.xml"/><Relationship Id="rId38" Type="http://schemas.openxmlformats.org/officeDocument/2006/relationships/font" Target="fonts/RalewayMedium-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design.cc/games-that-ui-designers-can-play-to-test-their-skills-d22fca767a70"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2e1f8b40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2e1f8b40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2317ce4c60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2317ce4c60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2317ce4c6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2317ce4c6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2317ce4c6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2317ce4c6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2317ce4c6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2317ce4c6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2317ce4c6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2317ce4c6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2317ce4c60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2317ce4c60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2317ce4c60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2317ce4c60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https://www.skcript.com/svr/games-to-improve-your-design-skills/</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2317ce4c60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2317ce4c60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2317ce4c60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2317ce4c60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2317ce4c6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2317ce4c6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2317ce4c6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2317ce4c6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2317ce4c6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2317ce4c6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2317ce4c6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2317ce4c6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2317ce4c6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2317ce4c6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2317ce4c60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2317ce4c6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2317ce4c60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2317ce4c60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https://uxdesign.cc/games-that-ui-designers-can-play-to-test-their-skills-d22fca767a70</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2317ce4c60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2317ce4c60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cantunsee.space/" TargetMode="External"/><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mycreativetype.com/" TargetMode="External"/><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supremo.co.uk/designers-eye/" TargetMode="Externa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supremo.co.uk/designers-eye-christmas/" TargetMode="Externa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color.method.ac/" TargetMode="External"/><Relationship Id="rId4" Type="http://schemas.openxmlformats.org/officeDocument/2006/relationships/image" Target="../media/image13.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kolor.moro.es/" TargetMode="Externa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game.ioxapp.com/eye-test/game.html" TargetMode="Externa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www.hexinvaders.com/" TargetMode="Externa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ilovetypography.com/2020/07/01/the-font-game/" TargetMode="Externa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typewar.com/" TargetMode="Externa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tothepoint.co.uk/us/fun/i-shot-the-serif/" TargetMode="Externa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betterwebtype.com/font-memory-game/" TargetMode="Externa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type.method.ac/" TargetMode="Externa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shape.method.ac/" TargetMode="Externa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bezier.method.ac/" TargetMode="Externa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pixact.ly/" TargetMode="Externa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boolean.method.ac/" TargetMode="Externa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figma.com/community/file/769694576496801916" TargetMode="Externa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Quizzes &amp; Games</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7 - Topic 4</a:t>
            </a:r>
            <a:endParaRPr b="1">
              <a:solidFill>
                <a:srgbClr val="FFFFFF"/>
              </a:solidFill>
              <a:latin typeface="Raleway"/>
              <a:ea typeface="Raleway"/>
              <a:cs typeface="Raleway"/>
              <a:sym typeface="Raleway"/>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108" name="Google Shape;108;p2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Can’t Unsee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 menyukai detail, Can't Unsee akan menjadi pembunuh waktu favorit Anda.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quiz ini, Anda perlu memilih antara dua antarmuka yang terlihat sangat mirip tetapi dengan perbedaan kecil (dan terkadang signifikan) di antara keduanya. Dapatkah Anda melihat desain pixel-sempurna?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109" name="Google Shape;109;p21"/>
          <p:cNvPicPr preferRelativeResize="0"/>
          <p:nvPr/>
        </p:nvPicPr>
        <p:blipFill rotWithShape="1">
          <a:blip r:embed="rId4">
            <a:alphaModFix/>
          </a:blip>
          <a:srcRect b="0" l="4145" r="2283" t="0"/>
          <a:stretch/>
        </p:blipFill>
        <p:spPr>
          <a:xfrm>
            <a:off x="5486400" y="1207587"/>
            <a:ext cx="3017520" cy="27431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5" name="Google Shape;115;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116" name="Google Shape;116;p2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Creative Types by Adobe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Quiz</a:t>
            </a:r>
            <a:r>
              <a:rPr lang="en" sz="1200">
                <a:solidFill>
                  <a:schemeClr val="dk1"/>
                </a:solidFill>
                <a:latin typeface="Raleway Medium"/>
                <a:ea typeface="Raleway Medium"/>
                <a:cs typeface="Raleway Medium"/>
                <a:sym typeface="Raleway Medium"/>
              </a:rPr>
              <a:t> baru yang disebut "Jenis Kreatif" atau “Creative Types” bertujuan untuk mengidentifikasi kepribadian inti dalam diri kita masing-masing.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Tujuan tes ini adalah untuk menyoroti cara kerja batin dari berbagai tipe kepribadian kreatif dengan cara yang dapat membantu kita lebih memahami diri sendiri, proses kreatif, dan potensi kita.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117" name="Google Shape;117;p22"/>
          <p:cNvPicPr preferRelativeResize="0"/>
          <p:nvPr/>
        </p:nvPicPr>
        <p:blipFill rotWithShape="1">
          <a:blip r:embed="rId4">
            <a:alphaModFix/>
          </a:blip>
          <a:srcRect b="0" l="5861" r="5861" t="0"/>
          <a:stretch/>
        </p:blipFill>
        <p:spPr>
          <a:xfrm>
            <a:off x="5486400" y="1207587"/>
            <a:ext cx="3017519" cy="274319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3" name="Google Shape;123;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124" name="Google Shape;124;p2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It’s Centred That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Apakah Anda pikir Anda memiliki mata seorang desainer?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Uji keterampilan Anda dan nilai apakah titik - titik yang ditampilkan benar-benar berada di tengah-tengah bentuk. Pada it’s centred that, ada 10 bentuk untuk Anda pilih, dan Anda harus mendapatkan 10 bentuk dengan benar untuk memenangkan permainan. Bisakah Anda melakukannya?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125" name="Google Shape;125;p23"/>
          <p:cNvPicPr preferRelativeResize="0"/>
          <p:nvPr/>
        </p:nvPicPr>
        <p:blipFill rotWithShape="1">
          <a:blip r:embed="rId4">
            <a:alphaModFix/>
          </a:blip>
          <a:srcRect b="0" l="20917" r="20912" t="0"/>
          <a:stretch/>
        </p:blipFill>
        <p:spPr>
          <a:xfrm>
            <a:off x="5486400" y="1207587"/>
            <a:ext cx="3017518" cy="27432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1" name="Google Shape;131;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132" name="Google Shape;132;p2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It’s Centred That - Christmas Version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Apakah Anda pikir Anda memiliki mata seorang desainer?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Uji keterampilan Anda dan nilai apakah titik - titik yang ditampilkan benar-benar berada di tengah-tengah bentuk. Pada it’s centred that, ada 10 bentuk untuk Anda pilih, dan Anda harus mendapatkan 10 bentuk dengan benar untuk memenangkan permainan. Bisakah Anda melakukannya?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133" name="Google Shape;133;p24"/>
          <p:cNvPicPr preferRelativeResize="0"/>
          <p:nvPr/>
        </p:nvPicPr>
        <p:blipFill rotWithShape="1">
          <a:blip r:embed="rId4">
            <a:alphaModFix/>
          </a:blip>
          <a:srcRect b="0" l="20752" r="20758" t="0"/>
          <a:stretch/>
        </p:blipFill>
        <p:spPr>
          <a:xfrm>
            <a:off x="5486400" y="1207587"/>
            <a:ext cx="3017518" cy="27432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9" name="Google Shape;139;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140" name="Google Shape;140;p2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Color, A Color Matching Game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'Color' adalah permainan mencocokkan yang dibuat untuk situs Method of Action oleh Mark MacKay, dengan bantuan dari Maria Munuera, manajer produk di aplikasi Sketch.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Game ini menguji mata Anda serta pengetahuan teori warna Anda.</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141" name="Google Shape;141;p25"/>
          <p:cNvPicPr preferRelativeResize="0"/>
          <p:nvPr/>
        </p:nvPicPr>
        <p:blipFill rotWithShape="1">
          <a:blip r:embed="rId4">
            <a:alphaModFix/>
          </a:blip>
          <a:srcRect b="0" l="26890" r="11236" t="0"/>
          <a:stretch/>
        </p:blipFill>
        <p:spPr>
          <a:xfrm>
            <a:off x="5486400" y="1207587"/>
            <a:ext cx="3017520"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148" name="Google Shape;148;p2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Kolor, A Color Guessing Game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Kolor adalah game di mana Anda harus secepat mungkin menebak warna untuk mendapatkan skor tinggi. Main sekarang!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149" name="Google Shape;149;p26"/>
          <p:cNvPicPr preferRelativeResize="0"/>
          <p:nvPr/>
        </p:nvPicPr>
        <p:blipFill rotWithShape="1">
          <a:blip r:embed="rId4">
            <a:alphaModFix/>
          </a:blip>
          <a:srcRect b="0" l="19943" r="19949" t="0"/>
          <a:stretch/>
        </p:blipFill>
        <p:spPr>
          <a:xfrm>
            <a:off x="5486400" y="1207587"/>
            <a:ext cx="3017518" cy="27432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156" name="Google Shape;156;p2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Odd One Out, An Eye Test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Inilah game pengenalan warna yang bagus dengan sebuah twist. Anda harus menemukan yang warna yang berbeda dari lingkungannya.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Berhati-hatilah, permainan menjadi semakin rumit! Game ini adalah cara yang bagus untuk melatih mata Anda agar terbiasa dengan perbedaan halus antara warna.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157" name="Google Shape;157;p27"/>
          <p:cNvPicPr preferRelativeResize="0"/>
          <p:nvPr/>
        </p:nvPicPr>
        <p:blipFill rotWithShape="1">
          <a:blip r:embed="rId4">
            <a:alphaModFix/>
          </a:blip>
          <a:srcRect b="2189" l="0" r="0" t="2199"/>
          <a:stretch/>
        </p:blipFill>
        <p:spPr>
          <a:xfrm>
            <a:off x="5486400" y="1207587"/>
            <a:ext cx="3017520" cy="27432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3" name="Google Shape;163;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164" name="Google Shape;164;p2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Hex Invaders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Ah! Game yang satu ini akan membuat ketagihan.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harus menembak penyerbu (invader) yang benar berdasarkan kode hex! Mainkan untuk mempelajari dan memahami apa itu kode hex dan cara kerjanya.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165" name="Google Shape;165;p28"/>
          <p:cNvPicPr preferRelativeResize="0"/>
          <p:nvPr/>
        </p:nvPicPr>
        <p:blipFill rotWithShape="1">
          <a:blip r:embed="rId4">
            <a:alphaModFix/>
          </a:blip>
          <a:srcRect b="0" l="19295" r="19295" t="0"/>
          <a:stretch/>
        </p:blipFill>
        <p:spPr>
          <a:xfrm>
            <a:off x="5486400" y="1207587"/>
            <a:ext cx="3017520" cy="274320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1" name="Google Shape;171;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172" name="Google Shape;172;p2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The Font Game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Tiga puluh pertanyaan pilihan ganda untuk menguji keterampilan identifikasi font Anda. Game ini tidak dibatasi waktunya, jadi luangkan waktu Anda dan semoga berhasil!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a:t>
            </a:r>
            <a:r>
              <a:rPr lang="en" sz="1200">
                <a:solidFill>
                  <a:schemeClr val="dk1"/>
                </a:solidFill>
                <a:latin typeface="Raleway Medium"/>
                <a:ea typeface="Raleway Medium"/>
                <a:cs typeface="Raleway Medium"/>
                <a:sym typeface="Raleway Medium"/>
              </a:rPr>
              <a:t>ika Anda dapat mencetak 50% atau lebih, maka Anda akan memenangkan voucher hadiah untuk diskon font sebanyak 10%!</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173" name="Google Shape;173;p29"/>
          <p:cNvPicPr preferRelativeResize="0"/>
          <p:nvPr/>
        </p:nvPicPr>
        <p:blipFill rotWithShape="1">
          <a:blip r:embed="rId4">
            <a:alphaModFix/>
          </a:blip>
          <a:srcRect b="-10656" l="971" r="12267" t="0"/>
          <a:stretch/>
        </p:blipFill>
        <p:spPr>
          <a:xfrm>
            <a:off x="5486400" y="1207587"/>
            <a:ext cx="3017517" cy="27432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9" name="Google Shape;179;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180" name="Google Shape;180;p3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Typewar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Game</a:t>
            </a:r>
            <a:r>
              <a:rPr lang="en" sz="1200">
                <a:solidFill>
                  <a:schemeClr val="dk1"/>
                </a:solidFill>
                <a:latin typeface="Raleway Medium"/>
                <a:ea typeface="Raleway Medium"/>
                <a:cs typeface="Raleway Medium"/>
                <a:sym typeface="Raleway Medium"/>
              </a:rPr>
              <a:t> cepat untuk menguji ingatan font Anda: Anda harus memilih di antara dua opsi, dan mendapatkan poin untuk setiap jawaban benar.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juga peningkatan level dan penghitung beruntun untuk memeriksa seberapa tepat tebakan Anda.</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181" name="Google Shape;181;p30"/>
          <p:cNvPicPr preferRelativeResize="0"/>
          <p:nvPr/>
        </p:nvPicPr>
        <p:blipFill rotWithShape="1">
          <a:blip r:embed="rId4">
            <a:alphaModFix/>
          </a:blip>
          <a:srcRect b="0" l="17304" r="17297" t="0"/>
          <a:stretch/>
        </p:blipFill>
        <p:spPr>
          <a:xfrm>
            <a:off x="5486400" y="1207587"/>
            <a:ext cx="3017517" cy="274320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7" name="Google Shape;187;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188" name="Google Shape;188;p3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Shot the Serif</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Temukan Serif font dari opsi - opsi yang diberikan pada game ini.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harus cepat dan menembak target yang tepat. Anda dapat memilih tingkat kesulitan dan bermain melalui seluler atau web. </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189" name="Google Shape;189;p31"/>
          <p:cNvPicPr preferRelativeResize="0"/>
          <p:nvPr/>
        </p:nvPicPr>
        <p:blipFill rotWithShape="1">
          <a:blip r:embed="rId4">
            <a:alphaModFix/>
          </a:blip>
          <a:srcRect b="0" l="-77" r="51519" t="0"/>
          <a:stretch/>
        </p:blipFill>
        <p:spPr>
          <a:xfrm>
            <a:off x="5486400" y="1207587"/>
            <a:ext cx="3017518" cy="274320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5" name="Google Shape;195;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196" name="Google Shape;196;p3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Font Memory Game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Mengenali gaya font yang berbeda adalah salah satu bagian tipografi yang paling menantang. Game ini membantu Anda melatih mata untuk memperhatikan detail terkecil.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197" name="Google Shape;197;p32"/>
          <p:cNvPicPr preferRelativeResize="0"/>
          <p:nvPr/>
        </p:nvPicPr>
        <p:blipFill rotWithShape="1">
          <a:blip r:embed="rId4">
            <a:alphaModFix/>
          </a:blip>
          <a:srcRect b="0" l="3164" r="14204" t="11039"/>
          <a:stretch/>
        </p:blipFill>
        <p:spPr>
          <a:xfrm>
            <a:off x="5486400" y="1207587"/>
            <a:ext cx="3017520" cy="27432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3" name="Google Shape;203;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204" name="Google Shape;204;p3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Kern Type, The Kerning Game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Kerning adalah jarak antar huruf atau karakter individual. Tidak seperti tracking, yang menyesuaikan jumlah spasi di antara huruf-huruf dari seluruh kata dalam peningkatan yang sama, kerning berfokus pada tampilan — membuat teks yang dapat dibaca dan menyenangkan secara visual.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Game ini akan melatih Anda dalam melakukan kerning,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205" name="Google Shape;205;p33"/>
          <p:cNvPicPr preferRelativeResize="0"/>
          <p:nvPr/>
        </p:nvPicPr>
        <p:blipFill rotWithShape="1">
          <a:blip r:embed="rId4">
            <a:alphaModFix/>
          </a:blip>
          <a:srcRect b="0" l="18454" r="18454" t="0"/>
          <a:stretch/>
        </p:blipFill>
        <p:spPr>
          <a:xfrm>
            <a:off x="5486400" y="1207587"/>
            <a:ext cx="3017518" cy="274320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1" name="Google Shape;211;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212" name="Google Shape;212;p3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Shape</a:t>
            </a:r>
            <a:r>
              <a:rPr b="1" lang="en" sz="1800">
                <a:solidFill>
                  <a:srgbClr val="743673"/>
                </a:solidFill>
                <a:highlight>
                  <a:schemeClr val="lt1"/>
                </a:highlight>
                <a:latin typeface="Raleway"/>
                <a:ea typeface="Raleway"/>
                <a:cs typeface="Raleway"/>
                <a:sym typeface="Raleway"/>
              </a:rPr>
              <a:t> Type, A Letter Shaping Game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Shape Type, dibuat menggunakan HTML5, adalah permainan 10 tahap yang meminta penggunanya untuk membentuk dan memperbaiki huruf yang belum selesai berbentuk buruk dari tipografi tertentu, dengan nama font dan desainer font.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213" name="Google Shape;213;p34"/>
          <p:cNvPicPr preferRelativeResize="0"/>
          <p:nvPr/>
        </p:nvPicPr>
        <p:blipFill rotWithShape="1">
          <a:blip r:embed="rId4">
            <a:alphaModFix/>
          </a:blip>
          <a:srcRect b="0" l="18454" r="18454" t="0"/>
          <a:stretch/>
        </p:blipFill>
        <p:spPr>
          <a:xfrm>
            <a:off x="5486400" y="1207587"/>
            <a:ext cx="3017518" cy="274320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9" name="Google Shape;219;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220" name="Google Shape;220;p3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The Bezier Game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Sebuah game untuk membantu Anda menguasai Pen Tool. The Bezier Game adalah tutorial/permainan yang bagus untuk mempelajari cara kerja alat pena.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221" name="Google Shape;221;p35"/>
          <p:cNvPicPr preferRelativeResize="0"/>
          <p:nvPr/>
        </p:nvPicPr>
        <p:blipFill rotWithShape="1">
          <a:blip r:embed="rId4">
            <a:alphaModFix/>
          </a:blip>
          <a:srcRect b="11055" l="26026" r="17856" t="0"/>
          <a:stretch/>
        </p:blipFill>
        <p:spPr>
          <a:xfrm>
            <a:off x="5486400" y="1207587"/>
            <a:ext cx="3017518" cy="274320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7" name="Google Shape;227;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228" name="Google Shape;228;p3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Pixact.ly</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Game y</a:t>
            </a:r>
            <a:r>
              <a:rPr lang="en" sz="1200">
                <a:solidFill>
                  <a:schemeClr val="dk1"/>
                </a:solidFill>
                <a:latin typeface="Raleway Medium"/>
                <a:ea typeface="Raleway Medium"/>
                <a:cs typeface="Raleway Medium"/>
                <a:sym typeface="Raleway Medium"/>
              </a:rPr>
              <a:t>ang menguji seberapa baik Anda mengetahui piksel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Gambarlah sebuah kotak yang sesuai dengan dimensi yang diberikan dan dapatkan skor berdasarkan seberapa dekat Anda. Semakin rendah skornya... semakin baik! Kedengarannya mudah, bukan? </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229" name="Google Shape;229;p36"/>
          <p:cNvPicPr preferRelativeResize="0"/>
          <p:nvPr/>
        </p:nvPicPr>
        <p:blipFill rotWithShape="1">
          <a:blip r:embed="rId4">
            <a:alphaModFix/>
          </a:blip>
          <a:srcRect b="0" l="20808" r="20808" t="0"/>
          <a:stretch/>
        </p:blipFill>
        <p:spPr>
          <a:xfrm>
            <a:off x="5486400" y="1207587"/>
            <a:ext cx="3017518" cy="274320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5" name="Google Shape;235;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236" name="Google Shape;236;p3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The Boolean Game</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Game ini dibuat untuk Anda jika Anda ingin menggunakan bentuk untuk membuat grafik dan ikon yang indah. Di The Boolean Game, Anda dapat memilih di antara berbagai modalitas (Union, Subtract, Intersect, dan Difference) dan bermain untuk membuat berbagai jenis bentuk.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237" name="Google Shape;237;p37"/>
          <p:cNvPicPr preferRelativeResize="0"/>
          <p:nvPr/>
        </p:nvPicPr>
        <p:blipFill rotWithShape="1">
          <a:blip r:embed="rId4">
            <a:alphaModFix/>
          </a:blip>
          <a:srcRect b="0" l="244" r="33679" t="0"/>
          <a:stretch/>
        </p:blipFill>
        <p:spPr>
          <a:xfrm>
            <a:off x="5486400" y="1207587"/>
            <a:ext cx="3017518" cy="274320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3" name="Google Shape;243;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Quizzes and Games</a:t>
            </a:r>
            <a:endParaRPr/>
          </a:p>
        </p:txBody>
      </p:sp>
      <p:sp>
        <p:nvSpPr>
          <p:cNvPr id="244" name="Google Shape;244;p3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Figma Ninja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Figma Ninja akan membantu Anda membiasakan diri dengan software Figma dan pintasan-pintasannya.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 baru mengenal Figma dan ingin meningkatkan keterampilan Figma Anda sambil bersenang-senang, ini adalah permainan untuk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u="sng">
                <a:solidFill>
                  <a:schemeClr val="hlink"/>
                </a:solidFill>
                <a:latin typeface="Raleway Medium"/>
                <a:ea typeface="Raleway Medium"/>
                <a:cs typeface="Raleway Medium"/>
                <a:sym typeface="Raleway Medium"/>
                <a:hlinkClick r:id="rId3"/>
              </a:rPr>
              <a:t>Klik disini</a:t>
            </a:r>
            <a:endParaRPr sz="1200">
              <a:solidFill>
                <a:schemeClr val="dk1"/>
              </a:solidFill>
              <a:latin typeface="Raleway Medium"/>
              <a:ea typeface="Raleway Medium"/>
              <a:cs typeface="Raleway Medium"/>
              <a:sym typeface="Raleway Medium"/>
            </a:endParaRPr>
          </a:p>
        </p:txBody>
      </p:sp>
      <p:pic>
        <p:nvPicPr>
          <p:cNvPr id="245" name="Google Shape;245;p38"/>
          <p:cNvPicPr preferRelativeResize="0"/>
          <p:nvPr/>
        </p:nvPicPr>
        <p:blipFill rotWithShape="1">
          <a:blip r:embed="rId4">
            <a:alphaModFix/>
          </a:blip>
          <a:srcRect b="0" l="3258" r="34671" t="0"/>
          <a:stretch/>
        </p:blipFill>
        <p:spPr>
          <a:xfrm>
            <a:off x="5486400" y="1207587"/>
            <a:ext cx="3017518" cy="274320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249" name="Shape 249"/>
        <p:cNvGrpSpPr/>
        <p:nvPr/>
      </p:nvGrpSpPr>
      <p:grpSpPr>
        <a:xfrm>
          <a:off x="0" y="0"/>
          <a:ext cx="0" cy="0"/>
          <a:chOff x="0" y="0"/>
          <a:chExt cx="0" cy="0"/>
        </a:xfrm>
      </p:grpSpPr>
      <p:sp>
        <p:nvSpPr>
          <p:cNvPr id="250" name="Google Shape;250;p39"/>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1" name="Google Shape;251;p39"/>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2" name="Google Shape;252;p39"/>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3" name="Google Shape;253;p39"/>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4" name="Google Shape;254;p39"/>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255" name="Google Shape;255;p39"/>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256" name="Google Shape;256;p39"/>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257" name="Google Shape;257;p39"/>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