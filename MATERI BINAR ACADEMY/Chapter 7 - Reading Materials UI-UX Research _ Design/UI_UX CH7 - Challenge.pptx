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Raleway ExtraBold"/>
      <p:bold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  <p:embeddedFont>
      <p:font typeface="Lato Black"/>
      <p:bold r:id="rId33"/>
      <p:boldItalic r:id="rId34"/>
    </p:embeddedFont>
    <p:embeddedFont>
      <p:font typeface="Montserrat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RalewayExtraBold-boldItalic.fntdata"/><Relationship Id="rId23" Type="http://schemas.openxmlformats.org/officeDocument/2006/relationships/font" Target="fonts/Raleway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33" Type="http://schemas.openxmlformats.org/officeDocument/2006/relationships/font" Target="fonts/LatoBlack-bold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34" Type="http://schemas.openxmlformats.org/officeDocument/2006/relationships/font" Target="fonts/LatoBlack-boldItalic.fntdata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Italic.fntdata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Chapter 7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56916" y="1350550"/>
            <a:ext cx="1899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Kemampuan teknis yang akan </a:t>
            </a:r>
            <a:br>
              <a:rPr lang="en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80" y="1645920"/>
            <a:ext cx="65838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menjalankan rencana redesain situs atau aplikasi.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menjalankan dan mendokumentasikan proses redesain dari awal sampai akhir.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Keterampilan menulis studi kasus dan memilih dokumentasi atau elemen-elemen visual untuk mendampingi tulisan (written content, visual elements).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Keterampilan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menyusun portfolio.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Keahlian menggunakan website builder.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Kemampuan presentasi virtual di depan kelas dengan singkat dan padat.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Studi kasus (struktur konten, alur penulisan dan elemen-elemen visual).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Hasil redesain pada studi kasus.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Website portfolio (personal branding).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portfolio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1097275" y="1645925"/>
            <a:ext cx="68577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Peserta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penulisan studi kasus terhadap suatu produk terkait struktur, penulisan, dan elemen-elemen visual. (10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Peserta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redesign sebuah produk berdasarkan sebuah studi kasus (20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Peserta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menjelaskan hasil redesain produk pada studi kasus. (20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Peserta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website portfolio dengan menggunakan website builder tools. (30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Peserta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Menjelaskan dengan memp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resentasikan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portofolio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 dalam kelas. (10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79308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Kamu perlu mulai membuat portfolio dengan membuat sebuah produk berdasarkan sebuah studi kasus (atau rencana redesain yang telah dikerjakan pada Challenge sebelumnya). Untuk menyelesaikan challenge kali ini kamu perlu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Menggunakan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satu dari 5 kasus yang telah dipilih pada challenge chapter 3. Jika kamu ingin menggunakan kasus yang berbeda, diskusikan dengan fasilitator-mu terlebih dahulu.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Menjalankan rencana redesain yang telah dibuat pada challenge sebelumnya (jika belum).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Menuliskan studi kasus atas proyek redesain yang telah dilaksanakan.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portfolio yang berisikan pengenalan diri, 1 studi kasus dan kontak pada sebuah platform berbasis web.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portofolio serta studi kasus di dalamnya di depan kelas.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4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portfolio yang berisikan pengenalan diri, 1 studi kasus dan kontak pada sebuah platform berbasis web.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Jumlah halaman pada website portfolio bebas, akan tetapi perlu mencantumkan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Pengenalan diri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Kontak (e-mail, social media dan formulir kontak)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studi kasus berdasarkan template NNGroup atau alur penyusunan studi kasus yang telah dibahas pada chapter 7.1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Platform yang digunakan untuk membuat website bebas.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5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hasil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siswa mempresentasikan portfolio berbasis web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Maksimal waktu presentasi ditentukan oleh fasilitator.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Awali presentasi dengan mengenalkan diri.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