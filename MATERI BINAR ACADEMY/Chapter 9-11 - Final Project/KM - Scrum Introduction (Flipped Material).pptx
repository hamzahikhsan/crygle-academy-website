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aleway SemiBold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Lato Black"/>
      <p:bold r:id="rId42"/>
      <p:boldItalic r:id="rId43"/>
    </p:embeddedFont>
    <p:embeddedFont>
      <p:font typeface="Montserrat ExtraBold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20" Type="http://schemas.openxmlformats.org/officeDocument/2006/relationships/slide" Target="slides/slide14.xml"/><Relationship Id="rId42" Type="http://schemas.openxmlformats.org/officeDocument/2006/relationships/font" Target="fonts/LatoBlack-bold.fntdata"/><Relationship Id="rId41" Type="http://schemas.openxmlformats.org/officeDocument/2006/relationships/font" Target="fonts/Montserrat-boldItalic.fntdata"/><Relationship Id="rId22" Type="http://schemas.openxmlformats.org/officeDocument/2006/relationships/slide" Target="slides/slide16.xml"/><Relationship Id="rId44" Type="http://schemas.openxmlformats.org/officeDocument/2006/relationships/font" Target="fonts/MontserratExtraBold-bold.fntdata"/><Relationship Id="rId21" Type="http://schemas.openxmlformats.org/officeDocument/2006/relationships/slide" Target="slides/slide15.xml"/><Relationship Id="rId43" Type="http://schemas.openxmlformats.org/officeDocument/2006/relationships/font" Target="fonts/LatoBlack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Montserrat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RalewaySemiBold-bold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Raleway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RalewaySemiBold-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-bold.fntdata"/><Relationship Id="rId16" Type="http://schemas.openxmlformats.org/officeDocument/2006/relationships/slide" Target="slides/slide10.xml"/><Relationship Id="rId38" Type="http://schemas.openxmlformats.org/officeDocument/2006/relationships/font" Target="fonts/Montserra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e7b45079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e7b45079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e7b45079a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2e7b45079a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e7b45079a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e7b45079a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e7b45079a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e7b45079a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e7b45079a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e7b45079a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2e7b45079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2e7b45079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2e7b45079a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2e7b45079a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e7b45079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e7b45079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e7b45079a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e7b45079a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e7b45079a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2e7b45079a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e7b45079a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e7b45079a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e7b45079a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e7b45079a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2e7b45079a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2e7b45079a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2e7b45079a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2e7b45079a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e7b45079a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e7b45079a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e7b45079a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2e7b45079a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2e7b45079a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2e7b45079a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2e7b45079a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2e7b45079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2e7b45079a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2e7b45079a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e7b45079a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2e7b45079a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2e7b45079a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2e7b45079a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2e7b45079a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12e7b45079a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2e7b45079a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2e7b45079a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/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‹#›</a:t>
            </a:fld>
            <a:endParaRPr sz="1000">
              <a:solidFill>
                <a:srgbClr val="FFFFFF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‹#›</a:t>
            </a:fld>
            <a:endParaRPr sz="1000">
              <a:solidFill>
                <a:srgbClr val="FFFFFF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0" name="Google Shape;12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73357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jp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slide" Target="/ppt/slides/slide1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14.png"/><Relationship Id="rId5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5.jp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binaracademy.typeform.com/to/uoyYUZvi" TargetMode="External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/>
          <p:nvPr/>
        </p:nvSpPr>
        <p:spPr>
          <a:xfrm>
            <a:off x="3755550" y="2753625"/>
            <a:ext cx="1632900" cy="389400"/>
          </a:xfrm>
          <a:prstGeom prst="roundRect">
            <a:avLst>
              <a:gd fmla="val 50000" name="adj"/>
            </a:avLst>
          </a:prstGeom>
          <a:solidFill>
            <a:srgbClr val="E87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9"/>
          <p:cNvSpPr/>
          <p:nvPr/>
        </p:nvSpPr>
        <p:spPr>
          <a:xfrm>
            <a:off x="3462600" y="2753625"/>
            <a:ext cx="2218800" cy="3894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9"/>
          <p:cNvSpPr txBox="1"/>
          <p:nvPr/>
        </p:nvSpPr>
        <p:spPr>
          <a:xfrm>
            <a:off x="1637400" y="2138625"/>
            <a:ext cx="58692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9"/>
          <p:cNvSpPr txBox="1"/>
          <p:nvPr/>
        </p:nvSpPr>
        <p:spPr>
          <a:xfrm>
            <a:off x="3462300" y="2748225"/>
            <a:ext cx="22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Kampus Merdeka #2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1950750" y="817825"/>
            <a:ext cx="52425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Selamat datang di flipped learning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materials 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Scrum Introduction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Binar Academy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300" y="1713225"/>
            <a:ext cx="4069400" cy="310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/>
        </p:nvSpPr>
        <p:spPr>
          <a:xfrm>
            <a:off x="487625" y="1442600"/>
            <a:ext cx="4084500" cy="28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Halo semuanya!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Untuk belajar tentang Scrum, kamu akan dibekali dengan metode flipped material. Jadi akan ada fase </a:t>
            </a:r>
            <a:r>
              <a:rPr b="1" lang="en">
                <a:solidFill>
                  <a:srgbClr val="F4B71C"/>
                </a:solidFill>
                <a:latin typeface="Montserrat"/>
                <a:ea typeface="Montserrat"/>
                <a:cs typeface="Montserrat"/>
                <a:sym typeface="Montserrat"/>
              </a:rPr>
              <a:t>self learning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b="1" lang="en">
                <a:solidFill>
                  <a:srgbClr val="F4B71C"/>
                </a:solidFill>
                <a:latin typeface="Montserrat"/>
                <a:ea typeface="Montserrat"/>
                <a:cs typeface="Montserrat"/>
                <a:sym typeface="Montserrat"/>
              </a:rPr>
              <a:t>forum discussion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 kelas.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Biar ga bingung, cus langsung penjelasannya ya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976" y="4113276"/>
            <a:ext cx="753448" cy="83852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1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1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851" y="1079212"/>
            <a:ext cx="2211775" cy="348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>
            <a:off x="603600" y="1710900"/>
            <a:ext cx="4127100" cy="23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Self Learning 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Material yang dibutuhkan untuk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melakukan pembelajaran secara mandiri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bisa langsung kamu akses di Binar Academy mobile apps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lho. Jadi kamu bisa belajarnya sambil tiduran, makan, ataupun sambil nunggu ojol dateng. Pokoknya terserah kamu, senyamannya kamu deh!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950" y="1066798"/>
            <a:ext cx="1669550" cy="35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/>
          <p:nvPr/>
        </p:nvSpPr>
        <p:spPr>
          <a:xfrm>
            <a:off x="5599675" y="1288175"/>
            <a:ext cx="1538100" cy="3188100"/>
          </a:xfrm>
          <a:prstGeom prst="roundRect">
            <a:avLst>
              <a:gd fmla="val 12000" name="adj"/>
            </a:avLst>
          </a:prstGeom>
          <a:solidFill>
            <a:srgbClr val="7436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9075" y="2004200"/>
            <a:ext cx="1402500" cy="14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2842" y="3174800"/>
            <a:ext cx="2103759" cy="14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603600" y="1710900"/>
            <a:ext cx="4127100" cy="23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Lewat Binar Apps kamu akan belajar dengan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menonton video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membaca sekaligus memahami reading material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mengerjakan kuis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sekalian menguji pemahaman kamu.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 ~ cara dapetin apps nya kamu bisa langsung download di google play store ataupun apple store mu ya! Gratisss 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3875" y="914400"/>
            <a:ext cx="1737251" cy="365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6690950" y="2548499"/>
            <a:ext cx="1366576" cy="252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3"/>
          <p:cNvPicPr preferRelativeResize="0"/>
          <p:nvPr/>
        </p:nvPicPr>
        <p:blipFill rotWithShape="1">
          <a:blip r:embed="rId4">
            <a:alphaModFix/>
          </a:blip>
          <a:srcRect b="37126" l="0" r="0" t="37131"/>
          <a:stretch/>
        </p:blipFill>
        <p:spPr>
          <a:xfrm>
            <a:off x="6275181" y="3176525"/>
            <a:ext cx="2278200" cy="1269600"/>
          </a:xfrm>
          <a:prstGeom prst="roundRect">
            <a:avLst>
              <a:gd fmla="val 1237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34"/>
          <p:cNvSpPr txBox="1"/>
          <p:nvPr/>
        </p:nvSpPr>
        <p:spPr>
          <a:xfrm>
            <a:off x="603600" y="1710900"/>
            <a:ext cx="4127100" cy="23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Forum Discussion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Setelah kamu belajar secara mandiri, materi Scrum Introduction juga 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diulas kembali di dalam kelas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dengan langsung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membahas best practice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dilakukan di industri.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Jadi kamu bisa langsung simulasi penerapan Scrum dengan menggunakan tools pendukungnya.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Penasaran gak sih?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91425"/>
            <a:ext cx="3729850" cy="355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976" y="4113276"/>
            <a:ext cx="753448" cy="83852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5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5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5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5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851" y="1079212"/>
            <a:ext cx="2211775" cy="3486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5"/>
          <p:cNvSpPr txBox="1"/>
          <p:nvPr/>
        </p:nvSpPr>
        <p:spPr>
          <a:xfrm>
            <a:off x="618375" y="1462750"/>
            <a:ext cx="4084500" cy="28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Disini, kita akan fokus bahas dulu gimana caranya bisa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akses material di device kamu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biar kamu bisa belajar mandiri dulu dari tanggal 3-7 Juni 2022. Karena kalau untuk simulasi scrum di forum discussion di kelas akan diatur oleh tim fasil.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Yukkk cek gimana caranya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howjump?jump=nextslide"/>
              </a:rPr>
              <a:t>Pengguna Android klik disini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6"/>
              </a:rPr>
              <a:t>Pengguna iOS klik disini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/>
        </p:nvSpPr>
        <p:spPr>
          <a:xfrm>
            <a:off x="2453200" y="597600"/>
            <a:ext cx="44280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Cara akses untuk kamu pengguna Android.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976" y="4113276"/>
            <a:ext cx="753448" cy="83852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6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6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6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8438" y="1759600"/>
            <a:ext cx="3987125" cy="30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643" y="1108931"/>
            <a:ext cx="1669641" cy="36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950" y="9239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/>
        </p:nvSpPr>
        <p:spPr>
          <a:xfrm>
            <a:off x="868625" y="2254925"/>
            <a:ext cx="41271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Home Binar Apps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Setelah kamu download melalui Google Play Store dan registrasi, kamu 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masuk ke page home,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kaya gambar di samping ini ya ~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Abis itu, kamu klik banner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Binar Go.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5902550" y="1779700"/>
            <a:ext cx="1080300" cy="5382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5740" y="1019325"/>
            <a:ext cx="1711236" cy="370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950" y="9239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8"/>
          <p:cNvSpPr txBox="1"/>
          <p:nvPr/>
        </p:nvSpPr>
        <p:spPr>
          <a:xfrm>
            <a:off x="792425" y="1833850"/>
            <a:ext cx="41271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 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udah, disini kamu bisa pilih banyak banget materi. Banyak juga loh materi gratisnya. Yap,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gratis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 Tanpa dipungut biaya apapun.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Ops, tapi… buat kasus sekarang ini, materi yang wajib kamu pelajari adalah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 Pengantar ke Dunia Aplikasi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5935750" y="3809575"/>
            <a:ext cx="930000" cy="4668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9924" y="1074531"/>
            <a:ext cx="1641400" cy="3556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0100" y="914400"/>
            <a:ext cx="1941025" cy="38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6850" y="1101350"/>
            <a:ext cx="1656324" cy="358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388" y="9144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 txBox="1"/>
          <p:nvPr/>
        </p:nvSpPr>
        <p:spPr>
          <a:xfrm>
            <a:off x="792425" y="1707075"/>
            <a:ext cx="30372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Ok, disini prosesnya semakin dekat! Hehe.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bisa langsung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klik mulai belajar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aja ya! Sebenernya biar kamu dapet keseluruhan konteks materi ini kamu bisa belajar mulai dari materi  awal Pengantar Dunia Digital sampai akhir.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Tapi… khusus kali ini, materi yang wajib kamu pilih itu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 Memahami SDLC dan Memahami Team Member Scrum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9"/>
          <p:cNvSpPr/>
          <p:nvPr/>
        </p:nvSpPr>
        <p:spPr>
          <a:xfrm>
            <a:off x="6843225" y="3796125"/>
            <a:ext cx="1714800" cy="5802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484" y="1118961"/>
            <a:ext cx="1650307" cy="3575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774" y="1064912"/>
            <a:ext cx="1650308" cy="357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0113" y="914400"/>
            <a:ext cx="1941025" cy="38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388" y="9144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0"/>
          <p:cNvSpPr txBox="1"/>
          <p:nvPr/>
        </p:nvSpPr>
        <p:spPr>
          <a:xfrm>
            <a:off x="792425" y="2254925"/>
            <a:ext cx="29196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udah bisa mulai belajar dehh..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Terserah kamu mau mulai dari mana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Bisa kamu pilih. Mau nonton video dulu, baca reading material dulu, atau kerjain kuis dulu.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4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4869775" y="3166025"/>
            <a:ext cx="1650300" cy="13143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0"/>
          <p:cNvSpPr/>
          <p:nvPr/>
        </p:nvSpPr>
        <p:spPr>
          <a:xfrm>
            <a:off x="6865475" y="1476275"/>
            <a:ext cx="1650300" cy="14643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256" y="1123125"/>
            <a:ext cx="1774439" cy="361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950" y="9239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1"/>
          <p:cNvSpPr txBox="1"/>
          <p:nvPr/>
        </p:nvSpPr>
        <p:spPr>
          <a:xfrm>
            <a:off x="792425" y="2060250"/>
            <a:ext cx="36348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materi “Memahami SDLC” selesai. Nanti semuanya akan ada tanda checklistnya.. Keren ya 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bisa langsung lanjut belajar materi Memahami Team Member Scrum dengan step yang sama kaya slide sebelum ini ya.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4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5957675" y="3866400"/>
            <a:ext cx="1669800" cy="3984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 txBox="1"/>
          <p:nvPr/>
        </p:nvSpPr>
        <p:spPr>
          <a:xfrm>
            <a:off x="2594850" y="597600"/>
            <a:ext cx="40845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Cara akses untuk kamu pengguna iOS.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0" name="Google Shape;27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976" y="4113276"/>
            <a:ext cx="753448" cy="83852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2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2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2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2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2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2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0613" y="1686375"/>
            <a:ext cx="2412975" cy="30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401" y="1037838"/>
            <a:ext cx="1710124" cy="370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950" y="9239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3"/>
          <p:cNvSpPr txBox="1"/>
          <p:nvPr/>
        </p:nvSpPr>
        <p:spPr>
          <a:xfrm>
            <a:off x="868625" y="2254925"/>
            <a:ext cx="41271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Home Binar Apps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Setelah kamu download melalui Apple Store dan registrasi, kamu 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masuk ke page home,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kaya gambar di samping ini ya ~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4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700" y="1358926"/>
            <a:ext cx="1551825" cy="335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450" y="1276799"/>
            <a:ext cx="1764336" cy="35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6897" y="1358925"/>
            <a:ext cx="1551828" cy="335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0650" y="1276799"/>
            <a:ext cx="1764336" cy="352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4"/>
          <p:cNvSpPr txBox="1"/>
          <p:nvPr/>
        </p:nvSpPr>
        <p:spPr>
          <a:xfrm>
            <a:off x="2508450" y="944775"/>
            <a:ext cx="4127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Abis itu, kamu klik banner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Binar Go,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Lanjut.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4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2306900" y="1973850"/>
            <a:ext cx="891600" cy="5037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4"/>
          <p:cNvSpPr/>
          <p:nvPr/>
        </p:nvSpPr>
        <p:spPr>
          <a:xfrm>
            <a:off x="4412025" y="2939325"/>
            <a:ext cx="552300" cy="36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4"/>
          <p:cNvSpPr/>
          <p:nvPr/>
        </p:nvSpPr>
        <p:spPr>
          <a:xfrm>
            <a:off x="5549550" y="3738751"/>
            <a:ext cx="1259400" cy="3630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/>
          <p:nvPr/>
        </p:nvSpPr>
        <p:spPr>
          <a:xfrm>
            <a:off x="792425" y="1833850"/>
            <a:ext cx="41271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 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udah, disini kamu bisa pilih banyak banget materi. Banyak juga loh materi gratisnya. Yap,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gratis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 Tanpa dipungut biaya apapun.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Ops, tapi… buat kasus sekarang ini, materi yang wajib kamu pelajari adalah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 Pengantar ke Dunia Aplikasi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4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49" y="1008750"/>
            <a:ext cx="1704252" cy="368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7763" y="915162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5"/>
          <p:cNvSpPr/>
          <p:nvPr/>
        </p:nvSpPr>
        <p:spPr>
          <a:xfrm>
            <a:off x="5816150" y="2948850"/>
            <a:ext cx="967500" cy="12057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187" y="998713"/>
            <a:ext cx="1712799" cy="370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513" y="998713"/>
            <a:ext cx="1712799" cy="3708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3075" y="914400"/>
            <a:ext cx="1941025" cy="38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388" y="914400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6"/>
          <p:cNvSpPr txBox="1"/>
          <p:nvPr/>
        </p:nvSpPr>
        <p:spPr>
          <a:xfrm>
            <a:off x="792425" y="1707075"/>
            <a:ext cx="30372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Ok, disini prosesnya semakin dekat! Hehe.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bisa langsung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klik mulai belajar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aja ya! Sebenernya biar kamu dapet keseluruhan konteks materi ini kamu bisa belajar mulai dari materi  awal Pengantar Dunia Digital sampai akhir.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Tapi… khusus kali ini, materi yang wajib kamu pilih itu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 Memahami SDLC dan Memahami Team Member Scrum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6"/>
          <p:cNvSpPr/>
          <p:nvPr/>
        </p:nvSpPr>
        <p:spPr>
          <a:xfrm>
            <a:off x="6827175" y="3080750"/>
            <a:ext cx="1712700" cy="4692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063" y="1020437"/>
            <a:ext cx="1696374" cy="367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1713" y="918325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7"/>
          <p:cNvSpPr txBox="1"/>
          <p:nvPr/>
        </p:nvSpPr>
        <p:spPr>
          <a:xfrm>
            <a:off x="792425" y="2254925"/>
            <a:ext cx="29196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udah bisa mulai belajar dehh..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Terserah kamu mau mulai dari mana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Bisa kamu pilih. Mau nonton video dulu, baca reading material dulu, atau kerjain kuis dulu.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4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7"/>
          <p:cNvSpPr/>
          <p:nvPr/>
        </p:nvSpPr>
        <p:spPr>
          <a:xfrm>
            <a:off x="5776175" y="1952425"/>
            <a:ext cx="1813500" cy="17439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753" y="1047912"/>
            <a:ext cx="1670993" cy="361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1713" y="918325"/>
            <a:ext cx="1941025" cy="38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 txBox="1"/>
          <p:nvPr/>
        </p:nvSpPr>
        <p:spPr>
          <a:xfrm>
            <a:off x="792425" y="2060250"/>
            <a:ext cx="33993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materi “Memahami SDLC” selesai. Nanti semuanya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akan ada tanda checklistnya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.. Keren ya 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bisa langsung lanjut belajar materi Memahami Team Member Scrum dengan step yang sama kaya slide sebelum ini ya.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p48"/>
          <p:cNvPicPr preferRelativeResize="0"/>
          <p:nvPr/>
        </p:nvPicPr>
        <p:blipFill rotWithShape="1">
          <a:blip r:embed="rId5">
            <a:alphaModFix/>
          </a:blip>
          <a:srcRect b="57450" l="9158" r="73286" t="35362"/>
          <a:stretch/>
        </p:blipFill>
        <p:spPr>
          <a:xfrm>
            <a:off x="5336950" y="2025688"/>
            <a:ext cx="269525" cy="2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8"/>
          <p:cNvPicPr preferRelativeResize="0"/>
          <p:nvPr/>
        </p:nvPicPr>
        <p:blipFill rotWithShape="1">
          <a:blip r:embed="rId5">
            <a:alphaModFix/>
          </a:blip>
          <a:srcRect b="57450" l="9158" r="73286" t="35362"/>
          <a:stretch/>
        </p:blipFill>
        <p:spPr>
          <a:xfrm>
            <a:off x="5336950" y="2332038"/>
            <a:ext cx="269525" cy="2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8"/>
          <p:cNvPicPr preferRelativeResize="0"/>
          <p:nvPr/>
        </p:nvPicPr>
        <p:blipFill rotWithShape="1">
          <a:blip r:embed="rId5">
            <a:alphaModFix/>
          </a:blip>
          <a:srcRect b="57450" l="9158" r="73286" t="35362"/>
          <a:stretch/>
        </p:blipFill>
        <p:spPr>
          <a:xfrm>
            <a:off x="5336950" y="2674613"/>
            <a:ext cx="269525" cy="2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8"/>
          <p:cNvPicPr preferRelativeResize="0"/>
          <p:nvPr/>
        </p:nvPicPr>
        <p:blipFill rotWithShape="1">
          <a:blip r:embed="rId5">
            <a:alphaModFix/>
          </a:blip>
          <a:srcRect b="57450" l="9158" r="73286" t="35362"/>
          <a:stretch/>
        </p:blipFill>
        <p:spPr>
          <a:xfrm>
            <a:off x="5336950" y="3003588"/>
            <a:ext cx="269525" cy="2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8"/>
          <p:cNvPicPr preferRelativeResize="0"/>
          <p:nvPr/>
        </p:nvPicPr>
        <p:blipFill rotWithShape="1">
          <a:blip r:embed="rId5">
            <a:alphaModFix/>
          </a:blip>
          <a:srcRect b="57450" l="9158" r="73286" t="35362"/>
          <a:stretch/>
        </p:blipFill>
        <p:spPr>
          <a:xfrm>
            <a:off x="5336950" y="3332563"/>
            <a:ext cx="269525" cy="2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8"/>
          <p:cNvSpPr/>
          <p:nvPr/>
        </p:nvSpPr>
        <p:spPr>
          <a:xfrm>
            <a:off x="5836750" y="3667900"/>
            <a:ext cx="1671000" cy="419400"/>
          </a:xfrm>
          <a:prstGeom prst="rect">
            <a:avLst/>
          </a:prstGeom>
          <a:noFill/>
          <a:ln cap="flat" cmpd="sng" w="38100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 txBox="1"/>
          <p:nvPr/>
        </p:nvSpPr>
        <p:spPr>
          <a:xfrm>
            <a:off x="1021025" y="2254925"/>
            <a:ext cx="30441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BinarGO!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Setelah kamu pelajari semua materinya.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presensi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dulu yuk </a:t>
            </a:r>
            <a:r>
              <a:rPr lang="en" sz="115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di sini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Isi formnya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masukkan screenshot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materi apa saja yang udah bertanda checklist, atau screenshot hasil kuis yang kamu dapatkan!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4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Scrum 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1" name="Google Shape;35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684050" y="1013000"/>
            <a:ext cx="2095025" cy="378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 txBox="1"/>
          <p:nvPr/>
        </p:nvSpPr>
        <p:spPr>
          <a:xfrm>
            <a:off x="465575" y="1595475"/>
            <a:ext cx="4112700" cy="2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Yess …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Perjalanan untuk belajar mandirinya sudah selesai. Sekarang udah siap untuk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diskusi dan simulasi dikelas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Sayonaraa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7" name="Google Shape;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431" y="676725"/>
            <a:ext cx="5687844" cy="4338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0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0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0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0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0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50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0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0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1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25" y="6174213"/>
            <a:ext cx="1991475" cy="6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1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51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4050" y="469336"/>
            <a:ext cx="5675902" cy="420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