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  <p:embeddedFont>
      <p:font typeface="Lato Black"/>
      <p:bold r:id="rId32"/>
      <p:boldItalic r:id="rId33"/>
    </p:embeddedFont>
    <p:embeddedFont>
      <p:font typeface="Montserrat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33" Type="http://schemas.openxmlformats.org/officeDocument/2006/relationships/font" Target="fonts/LatoBlack-boldItalic.fntdata"/><Relationship Id="rId10" Type="http://schemas.openxmlformats.org/officeDocument/2006/relationships/slide" Target="slides/slide5.xml"/><Relationship Id="rId32" Type="http://schemas.openxmlformats.org/officeDocument/2006/relationships/font" Target="fonts/LatoBlack-bold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Extra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b84128e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b84128e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Gold - Chapter 4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 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56916" y="1350550"/>
            <a:ext cx="1899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Kemampuan teknis yang akan </a:t>
            </a:r>
            <a:br>
              <a:rPr lang="en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mengumpulkan inspirasi dan menyusun moodboard.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membuat sistem desain.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membuat prototype.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menyusun prototype berdasarkan wireflows, persona dan journey map yang telah dibuat.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menggunakan Figma.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Delivery Documents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Moodboard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System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Prototype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Deck Presentasi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Presentasi deck di depan kelas.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Acceptance Criteria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80" y="1645920"/>
            <a:ext cx="65838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Moodboard (10 pts)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Design System (30 pts)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Prototype (30 pts)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Menyusun Deck untuk mempresentasikan hal-hal di atas (20 pts)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Presentasi deck kepada partisipan dalam kelas (10 pts)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5"/>
            <a:ext cx="7930800" cy="30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Kamu perlu membuat prototipe dan sebuah design system menggunakan Figma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untuk menyelesaikan challenge.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 Gunakan satu dari 5 kasus yang telah dipilih pada challenge chapter 3.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2. Merencanakan sebuah produk mobile ataupun web terkait kasus yang dipilih.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 Mengumpulkan inspirasi dalam sebuah moodboard untuk desain produk tersebut.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4. Menggunakan wireflow yang telah dibuat untuk membuat 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prototype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5. Membuat sebuah desain sistem untuk antarmuka prototype tersebut. 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6. Membuat sebuah deck untuk mempresentasikan moodboard, penjelasan atas prototype dan sistem desain.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7. Mempresentasikan deck di depan kelas.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354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Kasus-kasus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Coffee shop kecil yang mulai memiliki banyak pelanggan dan antrian panjang.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Klinik yang mendapat keluhan atas formulir pendaftaran tes antigen yang ribet dan sulit untuk digunakan.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Toko kue yang mulai memiliki pelanggan yang malas keluar rumah dan menginginkan delivery.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Organisasi yang ingin menarik banyak responden untuk mengisi survey mereka tiap hari dengan imbalan gift vouchers dan pulsa.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Rental mobil yang perlu menginformasikan jenis-jenis mobil, informasi terkait, availability kepada pelanggan dan merancang sistem pick-up dan drop-off melalui aplikasinya.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6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sebuah deck (dengan Google Slides) untuk mempresentasikan moodboard, penjelasan atas prototype dan sistem desain.</a:t>
            </a: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Jumlah slides bebas, akan tetapi perlu mencantumkan berikut: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1 berisi judul, nama dan tanggal.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Kasus yang dipilih dan rencana desain produk.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Ringkasan user persona, UJM dan wireflows yang telah dibuat.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Penyajian Moodboards yang telah dibuat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Proses pembuatan desain sistem dan prototype.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Penyajian Design system yang telah dibuat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Prototype (cukup link Figma Preview)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Ucapan terimakasih dan penutup.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7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Mempresentasikan hasil di depan kelas.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Awali presentasi dengan mengenalkan diri.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