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Lato Black"/>
      <p:bold r:id="rId32"/>
      <p:boldItalic r:id="rId33"/>
    </p:embeddedFont>
    <p:embeddedFont>
      <p:font typeface="Montserrat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33" Type="http://schemas.openxmlformats.org/officeDocument/2006/relationships/font" Target="fonts/Lato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LatoBlack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7fe0bea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7fe0bea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Gold 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 Chapter 5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56916" y="1350550"/>
            <a:ext cx="1899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Kemampuan teknis yang akan </a:t>
            </a:r>
            <a:br>
              <a:rPr lang="en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menemukan target pengguna dan sampel untuk pengujian.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tugas pengujian.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mengadakan pengujian, mengorganisir temuan dan feedback dan menganalisanya.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membuat kesimpulan dari temuan dan wawasan hasil pengujian. 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menyusun sebuah rencana pengujian secara keseluruhan.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presentasi virtual di depan kelas dengan singkat dan padat.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 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Prototype dari challenge sebelumnya.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Proses pengujian (penjelasan atas apa yang diuji, siapa peserta pengujian dan tugas apa yang diberikan pada peserta).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pengujian (temuan dan wawasan).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Deck (dengan Google Slides) untuk mempresentasikan hal-hal di atas.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80" y="1645920"/>
            <a:ext cx="65838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pengujian prototype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penjelasan atas proses pengujian prototype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cara mengumpulkan dan menganalisa proses pengujian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penjelasan atas temuan dan wawasan hasil pengujian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Merancang Deck presentasi untuk mempresentasikan hal-hal di atas 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aleway Medium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presentasi deck di dalam kelas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Kamu perlu mengadakan usability testing dengan prototipe yang telah dibuat pada challenge sebelumnya. Untuk menyelesaikan challenge kali ini kamu perlu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Menggunakan prototipe dari kasus yang telah dipilih pada challenge sebelumnya.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Memilih sebuah fitur atau bagian dari prototipe yang akan diuji dan menyusun tugas untuk peserta. 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Melakukan pengujian, kumpulkan temuan dan </a:t>
            </a:r>
            <a:r>
              <a:rPr i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feedback 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dari peserta pengujian.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Membuat sebuah deck (dengan Google Slides) untuk mempresentasikan hasil dari pengujian.</a:t>
            </a:r>
            <a:b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5. Mempresentasikan deck di depan kelas.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3</a:t>
            </a:r>
            <a:br>
              <a:rPr b="1" lang="en" sz="18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pengujian, kumpulkan temuan dan feedback dari pengguna.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pengujian dapat terdiri dari teman sekelas atau pengguna target Anda diluar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Temuan dan feedback dari pengguna (peserta) dikumpulkan (cari pola, pain points) dan dapat digambarkan oleh diagram, sheet  atau penjelasan berbentuk tulisan.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Contoh data temuan yang sudah dirapikan pada sebuah sheet: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175" y="2761450"/>
            <a:ext cx="3141399" cy="20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4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untuk mempresentasikan hasil dari pengujian.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Jumlah slides bebas, akan tetapi perlu mencantumkan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1 berisi judul, nama, dan tanggal.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system dan prototype hasil challenge sebelumnya.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Rencana pengujian (target peserta, jumlah peserta, tugas yang diberikan).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pengujian (temuan-temuan dan feedback).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Kesimpulan dari hasil pengujian yang telah diorganisir dan analisa.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Ucapan terimakasih dan penutup.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5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hasil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deck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