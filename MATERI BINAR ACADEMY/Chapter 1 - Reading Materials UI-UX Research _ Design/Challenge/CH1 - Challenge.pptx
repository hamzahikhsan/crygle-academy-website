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Lato Black"/>
      <p:bold r:id="rId30"/>
      <p:boldItalic r:id="rId31"/>
    </p:embeddedFont>
    <p:embeddedFont>
      <p:font typeface="Raleway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RalewayExtra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Italic.fntdata"/><Relationship Id="rId30" Type="http://schemas.openxmlformats.org/officeDocument/2006/relationships/font" Target="fonts/LatoBlack-bold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.fntdata"/><Relationship Id="rId10" Type="http://schemas.openxmlformats.org/officeDocument/2006/relationships/slide" Target="slides/slide5.xml"/><Relationship Id="rId32" Type="http://schemas.openxmlformats.org/officeDocument/2006/relationships/font" Target="fonts/RalewayMedium-regular.fntdata"/><Relationship Id="rId13" Type="http://schemas.openxmlformats.org/officeDocument/2006/relationships/slide" Target="slides/slide8.xml"/><Relationship Id="rId35" Type="http://schemas.openxmlformats.org/officeDocument/2006/relationships/font" Target="fonts/Raleway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8c3a84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e8c3a84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171e6d8a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171e6d8a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171e6d8a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1171e6d8a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171e6d8a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171e6d8a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d1b84128e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d1b84128e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d1b84128e4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d1b84128e4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1200"/>
            </a:lvl1pPr>
            <a:lvl2pPr indent="-2857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2pPr>
            <a:lvl3pPr indent="-28575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3pPr>
            <a:lvl4pPr indent="-2857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4pPr>
            <a:lvl5pPr indent="-28575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5pPr>
            <a:lvl6pPr indent="-2857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 sz="1200"/>
            </a:lvl6pPr>
            <a:lvl7pPr indent="-28575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●"/>
              <a:defRPr sz="1200"/>
            </a:lvl7pPr>
            <a:lvl8pPr indent="-2857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○"/>
              <a:defRPr sz="1200"/>
            </a:lvl8pPr>
            <a:lvl9pPr indent="-28575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00"/>
              <a:buChar char="■"/>
              <a:defRPr sz="1200"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b="1" sz="2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Chapter 1</a:t>
            </a:r>
            <a:endParaRPr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83" name="Google Shape;83;p16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hal yang perlu kamu lewati</a:t>
            </a:r>
            <a:endParaRPr/>
          </a:p>
        </p:txBody>
      </p:sp>
      <p:cxnSp>
        <p:nvCxnSpPr>
          <p:cNvPr id="92" name="Google Shape;92;p17"/>
          <p:cNvCxnSpPr>
            <a:stCxn id="93" idx="0"/>
            <a:endCxn id="94" idx="1"/>
          </p:cNvCxnSpPr>
          <p:nvPr/>
        </p:nvCxnSpPr>
        <p:spPr>
          <a:xfrm rot="-5400000">
            <a:off x="4803066" y="1296700"/>
            <a:ext cx="2976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7"/>
          <p:cNvSpPr txBox="1"/>
          <p:nvPr/>
        </p:nvSpPr>
        <p:spPr>
          <a:xfrm>
            <a:off x="1306925" y="2749225"/>
            <a:ext cx="15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6" name="Google Shape;96;p17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4" name="Google Shape;94;p17"/>
          <p:cNvSpPr txBox="1"/>
          <p:nvPr/>
        </p:nvSpPr>
        <p:spPr>
          <a:xfrm>
            <a:off x="5416276" y="1119975"/>
            <a:ext cx="1539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teknis yang akan </a:t>
            </a:r>
            <a:br>
              <a:rPr lang="en" sz="1000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Raleway"/>
                <a:ea typeface="Raleway"/>
                <a:cs typeface="Raleway"/>
                <a:sym typeface="Raleway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98" name="Google Shape;98;p17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9" name="Google Shape;99;p17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17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103" name="Google Shape;103;p17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17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6" name="Google Shape;106;p17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7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9" name="Google Shape;109;p17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7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Metrics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097280" y="1645920"/>
            <a:ext cx="65838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Memahami secara 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komprehensif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sejarah UI dan UX.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merangkum sebuah sejarah dengan baik.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menyusun sebuah deck (dengan Google Slides)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Kemampuan presentasi virtual di depan kelas dengan singkat dan padat.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Documents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terkait sejarah UI atau UX, dan memilih satu periode (contoh awal tahun 2000-an) yang menurut kamu paling menarik.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Penjelasan mengapa periode tersebut menarik.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Deck (dengan Google Slides) berisi 6 halaman untuk mempresentasikan rangkuman dan penjelasan-mu.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 deck di depan kelas.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Acceptance Criteria</a:t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1097280" y="1645920"/>
            <a:ext cx="65838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rangkuman terkait sejarah UI atau UX, dan memilih satu periode (contoh awal tahun 2000-an) yang menurut kamu paling menarik. (30 pts)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Menjelaskan mengapa periode tersebut menarik. (10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deck (dengan Google Slide) berisi 6 halaman untuk mempresentasikan rangkuman dan penjelasan-mu. (30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048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Presentasikan deck di depan kelas. (30 pts)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685800" y="1188725"/>
            <a:ext cx="7930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Challenge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Memilih satu periode dari sejarah UI atau UX  (contoh awal tahun 2000-an) yang menurut kamu menarik.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</a:t>
            </a: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Membuat rangkuman terkait periode tersebut dan jelaskan mengapa periode tersebut menarik.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Membuat sebuah deck (dengan Google Slides) berisi 6 halaman untuk mempresentasikan rangkuman dan penjelasan-mu. 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4. Mempresentasikan deck di depan kelas.</a:t>
            </a: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b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Waktu untuk presentasi akan ditentukan oleh fasilitator.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1 dan 2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Memilih satu periode dari sejarah UI atau UX  (contoh awal tahun 2000-an) yang menurut kamu menarik.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rangkuman terkait periode tersebut dan jelaskan mengapa periode tersebut menarik.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menggunakan Bahasa Indonesia yang baik dan benar.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berisi minimal 500 kata.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Tidak ada maksimal jumlah kata.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Tidak boleh mengandung tindasan pada suku, ras atau agama tertentu atau kata - kata kasar.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3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Membuat deck (dengan Google Slide) berisi 6 halaman untuk mempresentasikan rangkuman dan penjelasan-mu.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Rangkuman dan penjelasan dikemukakan dalam sebuah deck.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1 berisi judul, nama dan tanggal.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2 - 5 berisi rangkuman dan penjelasan.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2 - 5 dapat menggunakan gambar atau ilustrasi.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Slide 6 berisi ucapan terimakasih dan penutup.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6858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Challenge Point 3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Presentasikan deck di depan kelas. 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Setiap siswa mempresentasikan deck di depan kelas.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Maksimal waktu presentasi ditentukan oleh fasilitator.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AutoNum type="arabicPeriod"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Awali presentasi dengan mengenalkan diri (nama, asal, dan motivasi untuk belajar UI/UX)</a:t>
            </a:r>
            <a:endParaRPr sz="1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