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Raleway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alewayExtra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.fntdata"/><Relationship Id="rId10" Type="http://schemas.openxmlformats.org/officeDocument/2006/relationships/slide" Target="slides/slide5.xml"/><Relationship Id="rId32" Type="http://schemas.openxmlformats.org/officeDocument/2006/relationships/font" Target="fonts/Ralew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Silver - Chapter 3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75" y="1645925"/>
            <a:ext cx="70548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merencanakan sebuah desain produk untuk menyelesaikan masalah user.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user persona.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user journey map.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wireflows berdasarkan persona dan journey map yang telah dibuat.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flowchart dan wireframes.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sebuah rencana desain secara keseluruhan.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presentasi virtual di depan kelas dengan singkat dan padat.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Rencana desain produk.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journey map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Wireflows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75" y="1645925"/>
            <a:ext cx="68250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rancangan rencana desain produk sesuai case yang ada di slide 7 (20 pts)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User persona (10 pts)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User journey map (20 pts)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Menyusun Wireflows sesuai persona dan user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journey map (20 pts)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Menyusun Deck (dengan Google Slides maupun Canva) untuk mempresentasikan hal - hal diatas (20 pts)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deck dalam kelas (10 pts)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Kamu perlu merencanakan sebuah desain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untuk menyelesaikan challenge.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Memilih satu dari 5 kasus yang telah disediakan pada halaman 7 dari deck ini.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Merencanakan sebuah produk mobile ataupun website terkait kasus yang dipilih.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Membuat user persona dari salah satu pelanggan produk.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Membuat  user journey map secara umum dari pengalaman menggunakan produk.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5. Membuat sebuah wireflow dari satu alur pemakaian produk.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6. Membuat sebuah deck (dengan Google Slides atau Canva) untuk mempresentasikan user persona, user journey map dan wireflows serta proses pembuatannya. 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7. Mempresentasikan deck dalam kelas.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436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Kasus - kasus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Coffee shop kecil yang mulai memiliki banyak pelanggan dan antrian panjang.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Klinik yang mendapat keluhan atas formulir pendaftaran tes antigen yang ribet dan sulit untuk digunakan.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Toko kue yang mulai memiliki pelanggan yang malas keluar rumah dan menginginkan delivery.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Sebuah organisasi yang ingin menarik banyak responden untuk mengisi survey mereka tiap hari dengan imbalan gift vouchers dan pulsa.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Rental mobil yang perlu menginformasikan jenis - jenis mobil, informasi terkait, availability kepada pelanggan dan merancang sistem pick-up dan drop-off melalui aplikasinya.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6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untuk mempresentasikan user persona, user journey map dan wireflows serta proses pembuatannya.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1 berisi judul, nama dan tanggal.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Kasus yang dipilih dan rencana desain produk.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journey map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Wireflows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Proses pembuatan wireflows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Ucapan terimakasih dan penutup.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7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rencana penelitian di depan kelas.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