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Raleway ExtraBold"/>
      <p:bold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Lato Black"/>
      <p:bold r:id="rId31"/>
      <p:boldItalic r:id="rId32"/>
    </p:embeddedFont>
    <p:embeddedFont>
      <p:font typeface="Raleway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ExtraBold-boldItalic.fntdata"/><Relationship Id="rId25" Type="http://schemas.openxmlformats.org/officeDocument/2006/relationships/font" Target="fonts/RalewayExtraBold-bold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RalewayMedium-regular.fntdata"/><Relationship Id="rId10" Type="http://schemas.openxmlformats.org/officeDocument/2006/relationships/slide" Target="slides/slide5.xml"/><Relationship Id="rId32" Type="http://schemas.openxmlformats.org/officeDocument/2006/relationships/font" Target="fonts/LatoBlack-boldItalic.fntdata"/><Relationship Id="rId13" Type="http://schemas.openxmlformats.org/officeDocument/2006/relationships/slide" Target="slides/slide8.xml"/><Relationship Id="rId35" Type="http://schemas.openxmlformats.org/officeDocument/2006/relationships/font" Target="fonts/RalewayMedium-italic.fntdata"/><Relationship Id="rId12" Type="http://schemas.openxmlformats.org/officeDocument/2006/relationships/slide" Target="slides/slide7.xml"/><Relationship Id="rId34" Type="http://schemas.openxmlformats.org/officeDocument/2006/relationships/font" Target="fonts/Raleway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alewayMedium-boldItalic.fntdata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0e8c3a84c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0e8c3a84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d1b84128e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d1b84128e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b="1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[Silver] Chapter 2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03066" y="1296700"/>
            <a:ext cx="2976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teknis yang akan </a:t>
            </a:r>
            <a:br>
              <a:rPr lang="en" sz="1000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80" y="1645920"/>
            <a:ext cx="65838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menentukan research objective dan questions.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membuat sebuah research hypothesis.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memilih metode research dan mengemukakan alasan atas metode (atau metode - metode) yang dipilih.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mengukur waktu dan menyusun sebuah research timeline.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menyusun sebuah rencana penelitian secara keseluruhan.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presentasi virtual di depan kelas dengan singkat dan padat.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 objective dan questions.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 hypothesis.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Metode research dan penjelasan kenapa memilih metode tersebut.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 timeline.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Deck (dengan Google Slides) berisi 8 halaman untuk mempresentasikan rencana penelitian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Presentasi deck di depan kelas.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75" y="1645925"/>
            <a:ext cx="68469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Merancang r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esearch objective dan questions. (20 pts)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 hypothesis. (20 pts)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Menentukan Metode research dan penjelasan kenapa memilih metode tersebut. (20 pts)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Research timeline. (20 pts)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Merancang susunan deck (rencana penelitian) (10 pts)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Presentasi deck di depan kelas. (10 pts)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2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Chapter 2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Pada chapter ini, kita telah melalui topik - topik berikut: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1) Design Thinking: Empathize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2) UX Research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3) Research Objectives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4) Research Timeline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5) Metode - metode UX research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menyelesaikan chapter, mari kita menyelesaikan challenge berikut.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996" y="1043350"/>
            <a:ext cx="2612779" cy="375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9" name="Google Shape;149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50" name="Google Shape;150;p21"/>
          <p:cNvSpPr txBox="1"/>
          <p:nvPr/>
        </p:nvSpPr>
        <p:spPr>
          <a:xfrm>
            <a:off x="685800" y="1188725"/>
            <a:ext cx="79308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Kamu perlu merencanakan sebuah penelitian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untuk menyelesaikan challenge.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 Membaca dengan seksama sebuah prompt, dan berdasarkan prompt tersebut: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Menyusun research objective dan questions. 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3. Membuat research hypothesis.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4. Menentukan metode research.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5. Menyusun research timeline.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6. Membuat sebuah deck (dengan Google Slides) berisi 8 halaman untuk mempresentasikan rencana penelitian yang berisi research objective dan questions, research hypothesis dan metode research yang telah ditentukan.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7. Mempresentasikan rencana penelitian di depan kelas.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685800" y="1188725"/>
            <a:ext cx="7354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sebagai peneliti dari Google melakukan kerja sama dengan asosiasi alzheimer untuk meneliti bagaimana fitur dari Google Home dapat mendukung orang-orang pengidap Alzheimer dalam mengelola aktivitas sehari - hari dan menjalin berhubungan dengan orang-orang yang mereka sayangi.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Aktivitas penelitian direncanakan dalam timeline selama empat minggu, lalu kamu perlu menunjukkan potensi Google Home dalam membantu dan meningkatkan kualitas hidup pengidap Alzheimer.</a:t>
            </a:r>
            <a:b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100">
                <a:solidFill>
                  <a:srgbClr val="512252"/>
                </a:solidFill>
                <a:latin typeface="Montserrat"/>
                <a:ea typeface="Montserrat"/>
                <a:cs typeface="Montserrat"/>
                <a:sym typeface="Montserrat"/>
              </a:rPr>
              <a:t>Asosiasi Alzheimer menerima sebagian dana dari Google untuk meneliti bagaimana Google Home dapat</a:t>
            </a:r>
            <a:endParaRPr sz="1100">
              <a:solidFill>
                <a:srgbClr val="51225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12252"/>
                </a:solidFill>
                <a:latin typeface="Montserrat"/>
                <a:ea typeface="Montserrat"/>
                <a:cs typeface="Montserrat"/>
                <a:sym typeface="Montserrat"/>
              </a:rPr>
              <a:t>mendukung orang-orang dengan Alzheimer dalam mengelola aktivitas sehari - hari dan menjalin</a:t>
            </a:r>
            <a:endParaRPr sz="1100">
              <a:solidFill>
                <a:srgbClr val="51225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2252"/>
                </a:solidFill>
                <a:latin typeface="Montserrat"/>
                <a:ea typeface="Montserrat"/>
                <a:cs typeface="Montserrat"/>
                <a:sym typeface="Montserrat"/>
              </a:rPr>
              <a:t>berhubungan dengan orang-orang yang mereka sayangi.</a:t>
            </a:r>
            <a:endParaRPr sz="1100">
              <a:solidFill>
                <a:srgbClr val="51225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1225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12252"/>
                </a:solidFill>
                <a:latin typeface="Montserrat"/>
                <a:ea typeface="Montserrat"/>
                <a:cs typeface="Montserrat"/>
                <a:sym typeface="Montserrat"/>
              </a:rPr>
              <a:t>Dalam waktu empat minggu, kamu perlu menunjukkan potensi Google Home dalam meningkatkan</a:t>
            </a:r>
            <a:endParaRPr sz="1100">
              <a:solidFill>
                <a:srgbClr val="51225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12252"/>
                </a:solidFill>
                <a:latin typeface="Montserrat"/>
                <a:ea typeface="Montserrat"/>
                <a:cs typeface="Montserrat"/>
                <a:sym typeface="Montserrat"/>
              </a:rPr>
              <a:t>kualitas hidup mereka.</a:t>
            </a:r>
            <a:endParaRPr sz="1100">
              <a:solidFill>
                <a:srgbClr val="51225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64" name="Google Shape;164;p23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6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sebuah deck (dengan Google Slides) berisi 8 halaman untuk mempresentasikan rencana penelitian yang berisi research objective dan questions, research hypothesis dan metode research yang telah ditentukan.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 1 berisi judul, nama dan tanggal.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 2 berisi research objective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 3 berisi research questions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 4 berisi research hypothesis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 5 berisi research method dan penjelasan kenapa method tersebut kamu pilih.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 6 - 7 berisi research timeline.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 8 berisi ucapan terimakasih dan penutup.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71" name="Google Shape;171;p24"/>
          <p:cNvSpPr txBox="1"/>
          <p:nvPr/>
        </p:nvSpPr>
        <p:spPr>
          <a:xfrm>
            <a:off x="685800" y="1188725"/>
            <a:ext cx="4745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7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Mempresentasikan rencana penelitian di depan kelas.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Setiap siswa mempresentasikan deck di depan kelas.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Maksimal waktu presentasi ditentukan oleh fasilitator.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Awali presentasi dengan mengenalkan diri.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425" y="942900"/>
            <a:ext cx="2885476" cy="363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